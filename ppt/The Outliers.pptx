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 id="214748369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Inter Tight Medium"/>
      <p:regular r:id="rId27"/>
      <p:bold r:id="rId28"/>
      <p:italic r:id="rId29"/>
      <p:boldItalic r:id="rId30"/>
    </p:embeddedFont>
    <p:embeddedFont>
      <p:font typeface="Inter Tight"/>
      <p:regular r:id="rId31"/>
      <p:bold r:id="rId32"/>
      <p:italic r:id="rId33"/>
      <p:boldItalic r:id="rId34"/>
    </p:embeddedFont>
    <p:embeddedFont>
      <p:font typeface="Inter Tight SemiBold"/>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InterTightMedium-bold.fntdata"/><Relationship Id="rId27" Type="http://schemas.openxmlformats.org/officeDocument/2006/relationships/font" Target="fonts/InterTightMedium-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nterTightMedium-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Tight-regular.fntdata"/><Relationship Id="rId30" Type="http://schemas.openxmlformats.org/officeDocument/2006/relationships/font" Target="fonts/InterTightMedium-boldItalic.fntdata"/><Relationship Id="rId11" Type="http://schemas.openxmlformats.org/officeDocument/2006/relationships/slide" Target="slides/slide5.xml"/><Relationship Id="rId33" Type="http://schemas.openxmlformats.org/officeDocument/2006/relationships/font" Target="fonts/InterTight-italic.fntdata"/><Relationship Id="rId10" Type="http://schemas.openxmlformats.org/officeDocument/2006/relationships/slide" Target="slides/slide4.xml"/><Relationship Id="rId32" Type="http://schemas.openxmlformats.org/officeDocument/2006/relationships/font" Target="fonts/InterTight-bold.fntdata"/><Relationship Id="rId13" Type="http://schemas.openxmlformats.org/officeDocument/2006/relationships/slide" Target="slides/slide7.xml"/><Relationship Id="rId35" Type="http://schemas.openxmlformats.org/officeDocument/2006/relationships/font" Target="fonts/InterTightSemiBold-regular.fntdata"/><Relationship Id="rId12" Type="http://schemas.openxmlformats.org/officeDocument/2006/relationships/slide" Target="slides/slide6.xml"/><Relationship Id="rId34" Type="http://schemas.openxmlformats.org/officeDocument/2006/relationships/font" Target="fonts/InterTight-boldItalic.fntdata"/><Relationship Id="rId15" Type="http://schemas.openxmlformats.org/officeDocument/2006/relationships/slide" Target="slides/slide9.xml"/><Relationship Id="rId37" Type="http://schemas.openxmlformats.org/officeDocument/2006/relationships/font" Target="fonts/InterTightSemiBold-italic.fntdata"/><Relationship Id="rId14" Type="http://schemas.openxmlformats.org/officeDocument/2006/relationships/slide" Target="slides/slide8.xml"/><Relationship Id="rId36" Type="http://schemas.openxmlformats.org/officeDocument/2006/relationships/font" Target="fonts/InterTightSemiBold-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InterTightSemiBold-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4b81f72505_2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g34b81f72505_2_3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4b81f72505_2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g34b81f72505_2_3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4b81f72505_2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34b81f72505_2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b81f72505_2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34b81f72505_2_3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4b81f7250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g34b81f72505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4b81f7250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g34b81f72505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4b81f72505_2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g34b81f72505_2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4b81f72505_2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g34b81f72505_2_3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4b81f72505_2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g34b81f72505_2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4ea82d3dd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g34ea82d3dda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4b81f72505_2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34b81f72505_2_3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4b81f72505_2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g34b81f72505_2_3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4b81f72505_2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g34b81f72505_2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4b81f72505_2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g34b81f72505_2_3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4b81f72505_2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6" name="Google Shape;486;g34b81f72505_2_4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4ea82d3dd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g34ea82d3dda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4ea82d3dd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g34ea82d3dda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4b81f72505_2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3" name="Google Shape;513;g34b81f72505_2_4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4ea82d3dd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g34ea82d3dda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4b81f72505_2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g34b81f72505_2_4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54" name="Shape 54"/>
        <p:cNvGrpSpPr/>
        <p:nvPr/>
      </p:nvGrpSpPr>
      <p:grpSpPr>
        <a:xfrm>
          <a:off x="0" y="0"/>
          <a:ext cx="0" cy="0"/>
          <a:chOff x="0" y="0"/>
          <a:chExt cx="0" cy="0"/>
        </a:xfrm>
      </p:grpSpPr>
      <p:grpSp>
        <p:nvGrpSpPr>
          <p:cNvPr id="55" name="Google Shape;55;p14"/>
          <p:cNvGrpSpPr/>
          <p:nvPr/>
        </p:nvGrpSpPr>
        <p:grpSpPr>
          <a:xfrm rot="299808">
            <a:off x="123297" y="-551559"/>
            <a:ext cx="8902199" cy="6242305"/>
            <a:chOff x="123137" y="-551318"/>
            <a:chExt cx="8902195" cy="6242302"/>
          </a:xfrm>
        </p:grpSpPr>
        <p:grpSp>
          <p:nvGrpSpPr>
            <p:cNvPr id="56" name="Google Shape;56;p14"/>
            <p:cNvGrpSpPr/>
            <p:nvPr/>
          </p:nvGrpSpPr>
          <p:grpSpPr>
            <a:xfrm>
              <a:off x="123678" y="-78561"/>
              <a:ext cx="8901114" cy="5296800"/>
              <a:chOff x="123678" y="-78561"/>
              <a:chExt cx="8901114" cy="5296800"/>
            </a:xfrm>
          </p:grpSpPr>
          <p:sp>
            <p:nvSpPr>
              <p:cNvPr id="57" name="Google Shape;57;p14"/>
              <p:cNvSpPr/>
              <p:nvPr/>
            </p:nvSpPr>
            <p:spPr>
              <a:xfrm rot="-1623">
                <a:off x="7117071" y="2014308"/>
                <a:ext cx="1906200" cy="1875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Tight"/>
                  <a:ea typeface="Inter Tight"/>
                  <a:cs typeface="Inter Tight"/>
                  <a:sym typeface="Inter Tight"/>
                </a:endParaRPr>
              </a:p>
            </p:txBody>
          </p:sp>
          <p:sp>
            <p:nvSpPr>
              <p:cNvPr id="58" name="Google Shape;58;p14"/>
              <p:cNvSpPr/>
              <p:nvPr/>
            </p:nvSpPr>
            <p:spPr>
              <a:xfrm flipH="1" rot="-1487">
                <a:off x="124823" y="-77211"/>
                <a:ext cx="6242101" cy="5294100"/>
              </a:xfrm>
              <a:prstGeom prst="snip1Rect">
                <a:avLst>
                  <a:gd fmla="val 4248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Tight SemiBold"/>
                  <a:ea typeface="Inter Tight SemiBold"/>
                  <a:cs typeface="Inter Tight SemiBold"/>
                  <a:sym typeface="Inter Tight SemiBold"/>
                </a:endParaRPr>
              </a:p>
            </p:txBody>
          </p:sp>
          <p:sp>
            <p:nvSpPr>
              <p:cNvPr id="59" name="Google Shape;59;p14"/>
              <p:cNvSpPr/>
              <p:nvPr/>
            </p:nvSpPr>
            <p:spPr>
              <a:xfrm flipH="1" rot="10798513">
                <a:off x="2781248" y="-76291"/>
                <a:ext cx="6242401" cy="5289900"/>
              </a:xfrm>
              <a:prstGeom prst="snip1Rect">
                <a:avLst>
                  <a:gd fmla="val 4249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Tight SemiBold"/>
                  <a:ea typeface="Inter Tight SemiBold"/>
                  <a:cs typeface="Inter Tight SemiBold"/>
                  <a:sym typeface="Inter Tight SemiBold"/>
                </a:endParaRPr>
              </a:p>
            </p:txBody>
          </p:sp>
          <p:sp>
            <p:nvSpPr>
              <p:cNvPr id="60" name="Google Shape;60;p14"/>
              <p:cNvSpPr/>
              <p:nvPr/>
            </p:nvSpPr>
            <p:spPr>
              <a:xfrm rot="-1623">
                <a:off x="125118" y="1250275"/>
                <a:ext cx="1906200" cy="1875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Tight"/>
                  <a:ea typeface="Inter Tight"/>
                  <a:cs typeface="Inter Tight"/>
                  <a:sym typeface="Inter Tight"/>
                </a:endParaRPr>
              </a:p>
            </p:txBody>
          </p:sp>
        </p:grpSp>
        <p:sp>
          <p:nvSpPr>
            <p:cNvPr id="61" name="Google Shape;61;p14"/>
            <p:cNvSpPr/>
            <p:nvPr/>
          </p:nvSpPr>
          <p:spPr>
            <a:xfrm rot="-4516116">
              <a:off x="314265" y="-331820"/>
              <a:ext cx="1871106" cy="183798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Tight SemiBold"/>
                <a:ea typeface="Inter Tight SemiBold"/>
                <a:cs typeface="Inter Tight SemiBold"/>
                <a:sym typeface="Inter Tight SemiBold"/>
              </a:endParaRPr>
            </a:p>
          </p:txBody>
        </p:sp>
        <p:sp>
          <p:nvSpPr>
            <p:cNvPr id="62" name="Google Shape;62;p14"/>
            <p:cNvSpPr/>
            <p:nvPr/>
          </p:nvSpPr>
          <p:spPr>
            <a:xfrm rot="6283884">
              <a:off x="6963097" y="3633506"/>
              <a:ext cx="1871106" cy="183798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Tight SemiBold"/>
                <a:ea typeface="Inter Tight SemiBold"/>
                <a:cs typeface="Inter Tight SemiBold"/>
                <a:sym typeface="Inter Tight SemiBold"/>
              </a:endParaRPr>
            </a:p>
          </p:txBody>
        </p:sp>
      </p:grpSp>
      <p:sp>
        <p:nvSpPr>
          <p:cNvPr id="63" name="Google Shape;63;p14"/>
          <p:cNvSpPr txBox="1"/>
          <p:nvPr>
            <p:ph type="ctrTitle"/>
          </p:nvPr>
        </p:nvSpPr>
        <p:spPr>
          <a:xfrm>
            <a:off x="1826325" y="1559575"/>
            <a:ext cx="5494800" cy="15699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5000"/>
              <a:buNone/>
              <a:defRPr sz="5000"/>
            </a:lvl1pPr>
            <a:lvl2pPr lvl="1" algn="l">
              <a:lnSpc>
                <a:spcPct val="90000"/>
              </a:lnSpc>
              <a:spcBef>
                <a:spcPts val="0"/>
              </a:spcBef>
              <a:spcAft>
                <a:spcPts val="0"/>
              </a:spcAft>
              <a:buSzPts val="5000"/>
              <a:buNone/>
              <a:defRPr sz="5000"/>
            </a:lvl2pPr>
            <a:lvl3pPr lvl="2" algn="l">
              <a:lnSpc>
                <a:spcPct val="90000"/>
              </a:lnSpc>
              <a:spcBef>
                <a:spcPts val="0"/>
              </a:spcBef>
              <a:spcAft>
                <a:spcPts val="0"/>
              </a:spcAft>
              <a:buSzPts val="5000"/>
              <a:buNone/>
              <a:defRPr sz="5000"/>
            </a:lvl3pPr>
            <a:lvl4pPr lvl="3" algn="l">
              <a:lnSpc>
                <a:spcPct val="90000"/>
              </a:lnSpc>
              <a:spcBef>
                <a:spcPts val="0"/>
              </a:spcBef>
              <a:spcAft>
                <a:spcPts val="0"/>
              </a:spcAft>
              <a:buSzPts val="5000"/>
              <a:buNone/>
              <a:defRPr sz="5000"/>
            </a:lvl4pPr>
            <a:lvl5pPr lvl="4" algn="l">
              <a:lnSpc>
                <a:spcPct val="90000"/>
              </a:lnSpc>
              <a:spcBef>
                <a:spcPts val="0"/>
              </a:spcBef>
              <a:spcAft>
                <a:spcPts val="0"/>
              </a:spcAft>
              <a:buSzPts val="5000"/>
              <a:buNone/>
              <a:defRPr sz="5000"/>
            </a:lvl5pPr>
            <a:lvl6pPr lvl="5" algn="l">
              <a:lnSpc>
                <a:spcPct val="90000"/>
              </a:lnSpc>
              <a:spcBef>
                <a:spcPts val="0"/>
              </a:spcBef>
              <a:spcAft>
                <a:spcPts val="0"/>
              </a:spcAft>
              <a:buSzPts val="5000"/>
              <a:buNone/>
              <a:defRPr sz="5000"/>
            </a:lvl6pPr>
            <a:lvl7pPr lvl="6" algn="l">
              <a:lnSpc>
                <a:spcPct val="90000"/>
              </a:lnSpc>
              <a:spcBef>
                <a:spcPts val="0"/>
              </a:spcBef>
              <a:spcAft>
                <a:spcPts val="0"/>
              </a:spcAft>
              <a:buSzPts val="5000"/>
              <a:buNone/>
              <a:defRPr sz="5000"/>
            </a:lvl7pPr>
            <a:lvl8pPr lvl="7" algn="l">
              <a:lnSpc>
                <a:spcPct val="90000"/>
              </a:lnSpc>
              <a:spcBef>
                <a:spcPts val="0"/>
              </a:spcBef>
              <a:spcAft>
                <a:spcPts val="0"/>
              </a:spcAft>
              <a:buSzPts val="5000"/>
              <a:buNone/>
              <a:defRPr sz="5000"/>
            </a:lvl8pPr>
            <a:lvl9pPr lvl="8" algn="l">
              <a:lnSpc>
                <a:spcPct val="90000"/>
              </a:lnSpc>
              <a:spcBef>
                <a:spcPts val="0"/>
              </a:spcBef>
              <a:spcAft>
                <a:spcPts val="0"/>
              </a:spcAft>
              <a:buSzPts val="5000"/>
              <a:buNone/>
              <a:defRPr sz="5000"/>
            </a:lvl9pPr>
          </a:lstStyle>
          <a:p/>
        </p:txBody>
      </p:sp>
      <p:sp>
        <p:nvSpPr>
          <p:cNvPr id="64" name="Google Shape;64;p14"/>
          <p:cNvSpPr txBox="1"/>
          <p:nvPr>
            <p:ph idx="1" type="subTitle"/>
          </p:nvPr>
        </p:nvSpPr>
        <p:spPr>
          <a:xfrm>
            <a:off x="1826325" y="3252475"/>
            <a:ext cx="5494800" cy="7926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500"/>
              <a:buFont typeface="Inter Tight Medium"/>
              <a:buNone/>
              <a:defRPr sz="2500">
                <a:latin typeface="Inter Tight Medium"/>
                <a:ea typeface="Inter Tight Medium"/>
                <a:cs typeface="Inter Tight Medium"/>
                <a:sym typeface="Inter Tight Medium"/>
              </a:defRPr>
            </a:lvl1pPr>
            <a:lvl2pPr lvl="1" algn="l">
              <a:lnSpc>
                <a:spcPct val="100000"/>
              </a:lnSpc>
              <a:spcBef>
                <a:spcPts val="0"/>
              </a:spcBef>
              <a:spcAft>
                <a:spcPts val="0"/>
              </a:spcAft>
              <a:buSzPts val="2500"/>
              <a:buFont typeface="Inter Tight Medium"/>
              <a:buNone/>
              <a:defRPr sz="2500">
                <a:latin typeface="Inter Tight Medium"/>
                <a:ea typeface="Inter Tight Medium"/>
                <a:cs typeface="Inter Tight Medium"/>
                <a:sym typeface="Inter Tight Medium"/>
              </a:defRPr>
            </a:lvl2pPr>
            <a:lvl3pPr lvl="2" algn="l">
              <a:lnSpc>
                <a:spcPct val="100000"/>
              </a:lnSpc>
              <a:spcBef>
                <a:spcPts val="0"/>
              </a:spcBef>
              <a:spcAft>
                <a:spcPts val="0"/>
              </a:spcAft>
              <a:buSzPts val="2500"/>
              <a:buFont typeface="Inter Tight Medium"/>
              <a:buNone/>
              <a:defRPr sz="2500">
                <a:latin typeface="Inter Tight Medium"/>
                <a:ea typeface="Inter Tight Medium"/>
                <a:cs typeface="Inter Tight Medium"/>
                <a:sym typeface="Inter Tight Medium"/>
              </a:defRPr>
            </a:lvl3pPr>
            <a:lvl4pPr lvl="3" algn="l">
              <a:lnSpc>
                <a:spcPct val="100000"/>
              </a:lnSpc>
              <a:spcBef>
                <a:spcPts val="0"/>
              </a:spcBef>
              <a:spcAft>
                <a:spcPts val="0"/>
              </a:spcAft>
              <a:buSzPts val="2500"/>
              <a:buFont typeface="Inter Tight Medium"/>
              <a:buNone/>
              <a:defRPr sz="2500">
                <a:latin typeface="Inter Tight Medium"/>
                <a:ea typeface="Inter Tight Medium"/>
                <a:cs typeface="Inter Tight Medium"/>
                <a:sym typeface="Inter Tight Medium"/>
              </a:defRPr>
            </a:lvl4pPr>
            <a:lvl5pPr lvl="4" algn="l">
              <a:lnSpc>
                <a:spcPct val="100000"/>
              </a:lnSpc>
              <a:spcBef>
                <a:spcPts val="0"/>
              </a:spcBef>
              <a:spcAft>
                <a:spcPts val="0"/>
              </a:spcAft>
              <a:buSzPts val="2500"/>
              <a:buFont typeface="Inter Tight Medium"/>
              <a:buNone/>
              <a:defRPr sz="2500">
                <a:latin typeface="Inter Tight Medium"/>
                <a:ea typeface="Inter Tight Medium"/>
                <a:cs typeface="Inter Tight Medium"/>
                <a:sym typeface="Inter Tight Medium"/>
              </a:defRPr>
            </a:lvl5pPr>
            <a:lvl6pPr lvl="5" algn="l">
              <a:lnSpc>
                <a:spcPct val="100000"/>
              </a:lnSpc>
              <a:spcBef>
                <a:spcPts val="0"/>
              </a:spcBef>
              <a:spcAft>
                <a:spcPts val="0"/>
              </a:spcAft>
              <a:buSzPts val="2500"/>
              <a:buFont typeface="Inter Tight Medium"/>
              <a:buNone/>
              <a:defRPr sz="2500">
                <a:latin typeface="Inter Tight Medium"/>
                <a:ea typeface="Inter Tight Medium"/>
                <a:cs typeface="Inter Tight Medium"/>
                <a:sym typeface="Inter Tight Medium"/>
              </a:defRPr>
            </a:lvl6pPr>
            <a:lvl7pPr lvl="6" algn="l">
              <a:lnSpc>
                <a:spcPct val="100000"/>
              </a:lnSpc>
              <a:spcBef>
                <a:spcPts val="0"/>
              </a:spcBef>
              <a:spcAft>
                <a:spcPts val="0"/>
              </a:spcAft>
              <a:buSzPts val="2500"/>
              <a:buFont typeface="Inter Tight Medium"/>
              <a:buNone/>
              <a:defRPr sz="2500">
                <a:latin typeface="Inter Tight Medium"/>
                <a:ea typeface="Inter Tight Medium"/>
                <a:cs typeface="Inter Tight Medium"/>
                <a:sym typeface="Inter Tight Medium"/>
              </a:defRPr>
            </a:lvl7pPr>
            <a:lvl8pPr lvl="7" algn="l">
              <a:lnSpc>
                <a:spcPct val="100000"/>
              </a:lnSpc>
              <a:spcBef>
                <a:spcPts val="0"/>
              </a:spcBef>
              <a:spcAft>
                <a:spcPts val="0"/>
              </a:spcAft>
              <a:buSzPts val="2500"/>
              <a:buFont typeface="Inter Tight Medium"/>
              <a:buNone/>
              <a:defRPr sz="2500">
                <a:latin typeface="Inter Tight Medium"/>
                <a:ea typeface="Inter Tight Medium"/>
                <a:cs typeface="Inter Tight Medium"/>
                <a:sym typeface="Inter Tight Medium"/>
              </a:defRPr>
            </a:lvl8pPr>
            <a:lvl9pPr lvl="8" algn="l">
              <a:lnSpc>
                <a:spcPct val="100000"/>
              </a:lnSpc>
              <a:spcBef>
                <a:spcPts val="0"/>
              </a:spcBef>
              <a:spcAft>
                <a:spcPts val="0"/>
              </a:spcAft>
              <a:buSzPts val="2500"/>
              <a:buFont typeface="Inter Tight Medium"/>
              <a:buNone/>
              <a:defRPr sz="2500">
                <a:latin typeface="Inter Tight Medium"/>
                <a:ea typeface="Inter Tight Medium"/>
                <a:cs typeface="Inter Tight Medium"/>
                <a:sym typeface="Inter Tight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3">
  <p:cSld name="MAIN_POINT_1">
    <p:bg>
      <p:bgPr>
        <a:solidFill>
          <a:schemeClr val="lt1"/>
        </a:solidFill>
      </p:bgPr>
    </p:bg>
    <p:spTree>
      <p:nvGrpSpPr>
        <p:cNvPr id="65" name="Shape 65"/>
        <p:cNvGrpSpPr/>
        <p:nvPr/>
      </p:nvGrpSpPr>
      <p:grpSpPr>
        <a:xfrm>
          <a:off x="0" y="0"/>
          <a:ext cx="0" cy="0"/>
          <a:chOff x="0" y="0"/>
          <a:chExt cx="0" cy="0"/>
        </a:xfrm>
      </p:grpSpPr>
      <p:sp>
        <p:nvSpPr>
          <p:cNvPr id="66" name="Google Shape;66;p15"/>
          <p:cNvSpPr/>
          <p:nvPr>
            <p:ph idx="2" type="pic"/>
          </p:nvPr>
        </p:nvSpPr>
        <p:spPr>
          <a:xfrm rot="-300067">
            <a:off x="550589" y="883785"/>
            <a:ext cx="3630622" cy="3658027"/>
          </a:xfrm>
          <a:prstGeom prst="snip1Rect">
            <a:avLst>
              <a:gd fmla="val 16667" name="adj"/>
            </a:avLst>
          </a:prstGeom>
          <a:noFill/>
          <a:ln>
            <a:noFill/>
          </a:ln>
        </p:spPr>
      </p:sp>
      <p:sp>
        <p:nvSpPr>
          <p:cNvPr id="67" name="Google Shape;67;p15"/>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5"/>
          <p:cNvSpPr txBox="1"/>
          <p:nvPr>
            <p:ph type="title"/>
          </p:nvPr>
        </p:nvSpPr>
        <p:spPr>
          <a:xfrm>
            <a:off x="5204625" y="1249533"/>
            <a:ext cx="3662100" cy="960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5"/>
          <p:cNvSpPr txBox="1"/>
          <p:nvPr>
            <p:ph idx="1" type="body"/>
          </p:nvPr>
        </p:nvSpPr>
        <p:spPr>
          <a:xfrm>
            <a:off x="5204625" y="2291390"/>
            <a:ext cx="3662100" cy="14931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SzPts val="1700"/>
              <a:buChar char="●"/>
              <a:defRPr/>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70" name="Google Shape;70;p15"/>
          <p:cNvSpPr txBox="1"/>
          <p:nvPr>
            <p:ph idx="3"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71" name="Google Shape;71;p15"/>
          <p:cNvSpPr txBox="1"/>
          <p:nvPr>
            <p:ph idx="4"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72" name="Shape 72"/>
        <p:cNvGrpSpPr/>
        <p:nvPr/>
      </p:nvGrpSpPr>
      <p:grpSpPr>
        <a:xfrm>
          <a:off x="0" y="0"/>
          <a:ext cx="0" cy="0"/>
          <a:chOff x="0" y="0"/>
          <a:chExt cx="0" cy="0"/>
        </a:xfrm>
      </p:grpSpPr>
      <p:sp>
        <p:nvSpPr>
          <p:cNvPr id="73" name="Google Shape;73;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sp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4" name="Google Shape;74;p1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7" name="Google Shape;77;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SzPts val="1700"/>
              <a:buChar char="●"/>
              <a:defRPr/>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78" name="Google Shape;78;p17"/>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79" name="Shape 79"/>
        <p:cNvGrpSpPr/>
        <p:nvPr/>
      </p:nvGrpSpPr>
      <p:grpSpPr>
        <a:xfrm>
          <a:off x="0" y="0"/>
          <a:ext cx="0" cy="0"/>
          <a:chOff x="0" y="0"/>
          <a:chExt cx="0" cy="0"/>
        </a:xfrm>
      </p:grpSpPr>
      <p:sp>
        <p:nvSpPr>
          <p:cNvPr id="80" name="Google Shape;80;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1" name="Google Shape;81;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sp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2" name="Google Shape;82;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sp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3" name="Google Shape;83;p1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84" name="Shape 84"/>
        <p:cNvGrpSpPr/>
        <p:nvPr/>
      </p:nvGrpSpPr>
      <p:grpSpPr>
        <a:xfrm>
          <a:off x="0" y="0"/>
          <a:ext cx="0" cy="0"/>
          <a:chOff x="0" y="0"/>
          <a:chExt cx="0" cy="0"/>
        </a:xfrm>
      </p:grpSpPr>
      <p:sp>
        <p:nvSpPr>
          <p:cNvPr id="85" name="Google Shape;85;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6" name="Google Shape;86;p19"/>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3">
    <p:spTree>
      <p:nvGrpSpPr>
        <p:cNvPr id="87" name="Shape 87"/>
        <p:cNvGrpSpPr/>
        <p:nvPr/>
      </p:nvGrpSpPr>
      <p:grpSpPr>
        <a:xfrm>
          <a:off x="0" y="0"/>
          <a:ext cx="0" cy="0"/>
          <a:chOff x="0" y="0"/>
          <a:chExt cx="0" cy="0"/>
        </a:xfrm>
      </p:grpSpPr>
      <p:sp>
        <p:nvSpPr>
          <p:cNvPr id="88" name="Google Shape;88;p2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sp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9" name="Google Shape;89;p2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sp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90" name="Google Shape;90;p2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_1">
    <p:spTree>
      <p:nvGrpSpPr>
        <p:cNvPr id="91" name="Shape 91"/>
        <p:cNvGrpSpPr/>
        <p:nvPr/>
      </p:nvGrpSpPr>
      <p:grpSpPr>
        <a:xfrm>
          <a:off x="0" y="0"/>
          <a:ext cx="0" cy="0"/>
          <a:chOff x="0" y="0"/>
          <a:chExt cx="0" cy="0"/>
        </a:xfrm>
      </p:grpSpPr>
      <p:sp>
        <p:nvSpPr>
          <p:cNvPr id="92" name="Google Shape;92;p2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sp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93" name="Google Shape;93;p21"/>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94" name="Shape 94"/>
        <p:cNvGrpSpPr/>
        <p:nvPr/>
      </p:nvGrpSpPr>
      <p:grpSpPr>
        <a:xfrm>
          <a:off x="0" y="0"/>
          <a:ext cx="0" cy="0"/>
          <a:chOff x="0" y="0"/>
          <a:chExt cx="0" cy="0"/>
        </a:xfrm>
      </p:grpSpPr>
      <p:sp>
        <p:nvSpPr>
          <p:cNvPr id="95" name="Google Shape;95;p22"/>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sp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7" name="Google Shape;97;p2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8" name="Google Shape;98;p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spAutoFit/>
          </a:bodyPr>
          <a:lstStyle>
            <a:lvl1pPr indent="-336550" lvl="0" marL="457200" algn="l">
              <a:lnSpc>
                <a:spcPct val="100000"/>
              </a:lnSpc>
              <a:spcBef>
                <a:spcPts val="0"/>
              </a:spcBef>
              <a:spcAft>
                <a:spcPts val="0"/>
              </a:spcAft>
              <a:buClr>
                <a:schemeClr val="lt1"/>
              </a:buClr>
              <a:buSzPts val="1700"/>
              <a:buChar char="●"/>
              <a:defRPr>
                <a:solidFill>
                  <a:schemeClr val="lt1"/>
                </a:solidFill>
              </a:defRPr>
            </a:lvl1pPr>
            <a:lvl2pPr indent="-336550" lvl="1" marL="914400" algn="l">
              <a:lnSpc>
                <a:spcPct val="100000"/>
              </a:lnSpc>
              <a:spcBef>
                <a:spcPts val="0"/>
              </a:spcBef>
              <a:spcAft>
                <a:spcPts val="0"/>
              </a:spcAft>
              <a:buClr>
                <a:schemeClr val="lt1"/>
              </a:buClr>
              <a:buSzPts val="1700"/>
              <a:buChar char="○"/>
              <a:defRPr>
                <a:solidFill>
                  <a:schemeClr val="lt1"/>
                </a:solidFill>
              </a:defRPr>
            </a:lvl2pPr>
            <a:lvl3pPr indent="-336550" lvl="2" marL="1371600" algn="l">
              <a:lnSpc>
                <a:spcPct val="100000"/>
              </a:lnSpc>
              <a:spcBef>
                <a:spcPts val="0"/>
              </a:spcBef>
              <a:spcAft>
                <a:spcPts val="0"/>
              </a:spcAft>
              <a:buClr>
                <a:schemeClr val="lt1"/>
              </a:buClr>
              <a:buSzPts val="1700"/>
              <a:buChar char="■"/>
              <a:defRPr>
                <a:solidFill>
                  <a:schemeClr val="lt1"/>
                </a:solidFill>
              </a:defRPr>
            </a:lvl3pPr>
            <a:lvl4pPr indent="-336550" lvl="3" marL="1828800" algn="l">
              <a:lnSpc>
                <a:spcPct val="100000"/>
              </a:lnSpc>
              <a:spcBef>
                <a:spcPts val="0"/>
              </a:spcBef>
              <a:spcAft>
                <a:spcPts val="0"/>
              </a:spcAft>
              <a:buClr>
                <a:schemeClr val="lt1"/>
              </a:buClr>
              <a:buSzPts val="1700"/>
              <a:buChar char="●"/>
              <a:defRPr>
                <a:solidFill>
                  <a:schemeClr val="lt1"/>
                </a:solidFill>
              </a:defRPr>
            </a:lvl4pPr>
            <a:lvl5pPr indent="-336550" lvl="4" marL="2286000" algn="l">
              <a:lnSpc>
                <a:spcPct val="100000"/>
              </a:lnSpc>
              <a:spcBef>
                <a:spcPts val="0"/>
              </a:spcBef>
              <a:spcAft>
                <a:spcPts val="0"/>
              </a:spcAft>
              <a:buClr>
                <a:schemeClr val="lt1"/>
              </a:buClr>
              <a:buSzPts val="1700"/>
              <a:buChar char="○"/>
              <a:defRPr>
                <a:solidFill>
                  <a:schemeClr val="lt1"/>
                </a:solidFill>
              </a:defRPr>
            </a:lvl5pPr>
            <a:lvl6pPr indent="-336550" lvl="5" marL="2743200" algn="l">
              <a:lnSpc>
                <a:spcPct val="100000"/>
              </a:lnSpc>
              <a:spcBef>
                <a:spcPts val="0"/>
              </a:spcBef>
              <a:spcAft>
                <a:spcPts val="0"/>
              </a:spcAft>
              <a:buClr>
                <a:schemeClr val="lt1"/>
              </a:buClr>
              <a:buSzPts val="1700"/>
              <a:buChar char="■"/>
              <a:defRPr>
                <a:solidFill>
                  <a:schemeClr val="lt1"/>
                </a:solidFill>
              </a:defRPr>
            </a:lvl6pPr>
            <a:lvl7pPr indent="-336550" lvl="6" marL="3200400" algn="l">
              <a:lnSpc>
                <a:spcPct val="100000"/>
              </a:lnSpc>
              <a:spcBef>
                <a:spcPts val="0"/>
              </a:spcBef>
              <a:spcAft>
                <a:spcPts val="0"/>
              </a:spcAft>
              <a:buClr>
                <a:schemeClr val="lt1"/>
              </a:buClr>
              <a:buSzPts val="1700"/>
              <a:buChar char="●"/>
              <a:defRPr>
                <a:solidFill>
                  <a:schemeClr val="lt1"/>
                </a:solidFill>
              </a:defRPr>
            </a:lvl7pPr>
            <a:lvl8pPr indent="-336550" lvl="7" marL="3657600" algn="l">
              <a:lnSpc>
                <a:spcPct val="100000"/>
              </a:lnSpc>
              <a:spcBef>
                <a:spcPts val="0"/>
              </a:spcBef>
              <a:spcAft>
                <a:spcPts val="0"/>
              </a:spcAft>
              <a:buClr>
                <a:schemeClr val="lt1"/>
              </a:buClr>
              <a:buSzPts val="1700"/>
              <a:buChar char="○"/>
              <a:defRPr>
                <a:solidFill>
                  <a:schemeClr val="lt1"/>
                </a:solidFill>
              </a:defRPr>
            </a:lvl8pPr>
            <a:lvl9pPr indent="-336550" lvl="8" marL="4114800" algn="l">
              <a:lnSpc>
                <a:spcPct val="100000"/>
              </a:lnSpc>
              <a:spcBef>
                <a:spcPts val="0"/>
              </a:spcBef>
              <a:spcAft>
                <a:spcPts val="0"/>
              </a:spcAft>
              <a:buClr>
                <a:schemeClr val="lt1"/>
              </a:buClr>
              <a:buSzPts val="1700"/>
              <a:buChar char="■"/>
              <a:defRPr>
                <a:solidFill>
                  <a:schemeClr val="lt1"/>
                </a:solidFill>
              </a:defRPr>
            </a:lvl9pPr>
          </a:lstStyle>
          <a:p/>
        </p:txBody>
      </p:sp>
      <p:sp>
        <p:nvSpPr>
          <p:cNvPr id="99" name="Google Shape;99;p22"/>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_1">
    <p:spTree>
      <p:nvGrpSpPr>
        <p:cNvPr id="100" name="Shape 100"/>
        <p:cNvGrpSpPr/>
        <p:nvPr/>
      </p:nvGrpSpPr>
      <p:grpSpPr>
        <a:xfrm>
          <a:off x="0" y="0"/>
          <a:ext cx="0" cy="0"/>
          <a:chOff x="0" y="0"/>
          <a:chExt cx="0" cy="0"/>
        </a:xfrm>
      </p:grpSpPr>
      <p:sp>
        <p:nvSpPr>
          <p:cNvPr id="101" name="Google Shape;101;p2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spAutoFit/>
          </a:bodyPr>
          <a:lstStyle>
            <a:lvl1pPr indent="-228600" lvl="0" marL="457200" algn="l">
              <a:lnSpc>
                <a:spcPct val="100000"/>
              </a:lnSpc>
              <a:spcBef>
                <a:spcPts val="0"/>
              </a:spcBef>
              <a:spcAft>
                <a:spcPts val="0"/>
              </a:spcAft>
              <a:buSzPts val="1700"/>
              <a:buNone/>
              <a:defRPr/>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102" name="Google Shape;102;p23"/>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103" name="Shape 103"/>
        <p:cNvGrpSpPr/>
        <p:nvPr/>
      </p:nvGrpSpPr>
      <p:grpSpPr>
        <a:xfrm>
          <a:off x="0" y="0"/>
          <a:ext cx="0" cy="0"/>
          <a:chOff x="0" y="0"/>
          <a:chExt cx="0" cy="0"/>
        </a:xfrm>
      </p:grpSpPr>
      <p:sp>
        <p:nvSpPr>
          <p:cNvPr id="104" name="Google Shape;104;p24"/>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sp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105" name="Google Shape;105;p2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spAutoFit/>
          </a:bodyPr>
          <a:lstStyle>
            <a:lvl1pPr indent="-336550" lvl="0" marL="457200" algn="ctr">
              <a:lnSpc>
                <a:spcPct val="100000"/>
              </a:lnSpc>
              <a:spcBef>
                <a:spcPts val="0"/>
              </a:spcBef>
              <a:spcAft>
                <a:spcPts val="0"/>
              </a:spcAft>
              <a:buSzPts val="1700"/>
              <a:buChar char="●"/>
              <a:defRPr/>
            </a:lvl1pPr>
            <a:lvl2pPr indent="-336550" lvl="1" marL="914400" algn="ctr">
              <a:lnSpc>
                <a:spcPct val="100000"/>
              </a:lnSpc>
              <a:spcBef>
                <a:spcPts val="0"/>
              </a:spcBef>
              <a:spcAft>
                <a:spcPts val="0"/>
              </a:spcAft>
              <a:buSzPts val="1700"/>
              <a:buChar char="○"/>
              <a:defRPr/>
            </a:lvl2pPr>
            <a:lvl3pPr indent="-336550" lvl="2" marL="1371600" algn="ctr">
              <a:lnSpc>
                <a:spcPct val="100000"/>
              </a:lnSpc>
              <a:spcBef>
                <a:spcPts val="0"/>
              </a:spcBef>
              <a:spcAft>
                <a:spcPts val="0"/>
              </a:spcAft>
              <a:buSzPts val="1700"/>
              <a:buChar char="■"/>
              <a:defRPr/>
            </a:lvl3pPr>
            <a:lvl4pPr indent="-336550" lvl="3" marL="1828800" algn="ctr">
              <a:lnSpc>
                <a:spcPct val="100000"/>
              </a:lnSpc>
              <a:spcBef>
                <a:spcPts val="0"/>
              </a:spcBef>
              <a:spcAft>
                <a:spcPts val="0"/>
              </a:spcAft>
              <a:buSzPts val="1700"/>
              <a:buChar char="●"/>
              <a:defRPr/>
            </a:lvl4pPr>
            <a:lvl5pPr indent="-336550" lvl="4" marL="2286000" algn="ctr">
              <a:lnSpc>
                <a:spcPct val="100000"/>
              </a:lnSpc>
              <a:spcBef>
                <a:spcPts val="0"/>
              </a:spcBef>
              <a:spcAft>
                <a:spcPts val="0"/>
              </a:spcAft>
              <a:buSzPts val="1700"/>
              <a:buChar char="○"/>
              <a:defRPr/>
            </a:lvl5pPr>
            <a:lvl6pPr indent="-336550" lvl="5" marL="2743200" algn="ctr">
              <a:lnSpc>
                <a:spcPct val="100000"/>
              </a:lnSpc>
              <a:spcBef>
                <a:spcPts val="0"/>
              </a:spcBef>
              <a:spcAft>
                <a:spcPts val="0"/>
              </a:spcAft>
              <a:buSzPts val="1700"/>
              <a:buChar char="■"/>
              <a:defRPr/>
            </a:lvl6pPr>
            <a:lvl7pPr indent="-336550" lvl="6" marL="3200400" algn="ctr">
              <a:lnSpc>
                <a:spcPct val="100000"/>
              </a:lnSpc>
              <a:spcBef>
                <a:spcPts val="0"/>
              </a:spcBef>
              <a:spcAft>
                <a:spcPts val="0"/>
              </a:spcAft>
              <a:buSzPts val="1700"/>
              <a:buChar char="●"/>
              <a:defRPr/>
            </a:lvl7pPr>
            <a:lvl8pPr indent="-336550" lvl="7" marL="3657600" algn="ctr">
              <a:lnSpc>
                <a:spcPct val="100000"/>
              </a:lnSpc>
              <a:spcBef>
                <a:spcPts val="0"/>
              </a:spcBef>
              <a:spcAft>
                <a:spcPts val="0"/>
              </a:spcAft>
              <a:buSzPts val="1700"/>
              <a:buChar char="○"/>
              <a:defRPr/>
            </a:lvl8pPr>
            <a:lvl9pPr indent="-336550" lvl="8" marL="4114800" algn="ctr">
              <a:lnSpc>
                <a:spcPct val="100000"/>
              </a:lnSpc>
              <a:spcBef>
                <a:spcPts val="0"/>
              </a:spcBef>
              <a:spcAft>
                <a:spcPts val="0"/>
              </a:spcAft>
              <a:buSzPts val="1700"/>
              <a:buChar char="■"/>
              <a:defRPr/>
            </a:lvl9pPr>
          </a:lstStyle>
          <a:p/>
        </p:txBody>
      </p:sp>
      <p:sp>
        <p:nvSpPr>
          <p:cNvPr id="106" name="Google Shape;106;p2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107" name="Shape 107"/>
        <p:cNvGrpSpPr/>
        <p:nvPr/>
      </p:nvGrpSpPr>
      <p:grpSpPr>
        <a:xfrm>
          <a:off x="0" y="0"/>
          <a:ext cx="0" cy="0"/>
          <a:chOff x="0" y="0"/>
          <a:chExt cx="0" cy="0"/>
        </a:xfrm>
      </p:grpSpPr>
      <p:sp>
        <p:nvSpPr>
          <p:cNvPr id="108" name="Google Shape;108;p2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109" name="Shape 109"/>
        <p:cNvGrpSpPr/>
        <p:nvPr/>
      </p:nvGrpSpPr>
      <p:grpSpPr>
        <a:xfrm>
          <a:off x="0" y="0"/>
          <a:ext cx="0" cy="0"/>
          <a:chOff x="0" y="0"/>
          <a:chExt cx="0" cy="0"/>
        </a:xfrm>
      </p:grpSpPr>
      <p:sp>
        <p:nvSpPr>
          <p:cNvPr id="110" name="Google Shape;110;p26"/>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sp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 name="Google Shape;111;p2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6"/>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13" name="Google Shape;113;p26"/>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14" name="Google Shape;114;p26"/>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15" name="Google Shape;115;p26"/>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16" name="Google Shape;116;p26"/>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17" name="Google Shape;117;p26"/>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18" name="Shape 118"/>
        <p:cNvGrpSpPr/>
        <p:nvPr/>
      </p:nvGrpSpPr>
      <p:grpSpPr>
        <a:xfrm>
          <a:off x="0" y="0"/>
          <a:ext cx="0" cy="0"/>
          <a:chOff x="0" y="0"/>
          <a:chExt cx="0" cy="0"/>
        </a:xfrm>
      </p:grpSpPr>
      <p:sp>
        <p:nvSpPr>
          <p:cNvPr id="119" name="Google Shape;119;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27"/>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SzPts val="1700"/>
              <a:buChar char="●"/>
              <a:defRPr/>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121" name="Google Shape;121;p27"/>
          <p:cNvSpPr/>
          <p:nvPr>
            <p:ph idx="2" type="pic"/>
          </p:nvPr>
        </p:nvSpPr>
        <p:spPr>
          <a:xfrm>
            <a:off x="4992024" y="1152775"/>
            <a:ext cx="3840300" cy="3416400"/>
          </a:xfrm>
          <a:prstGeom prst="rect">
            <a:avLst/>
          </a:prstGeom>
          <a:noFill/>
          <a:ln>
            <a:noFill/>
          </a:ln>
        </p:spPr>
      </p:sp>
      <p:sp>
        <p:nvSpPr>
          <p:cNvPr id="122" name="Google Shape;122;p27"/>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23" name="Shape 123"/>
        <p:cNvGrpSpPr/>
        <p:nvPr/>
      </p:nvGrpSpPr>
      <p:grpSpPr>
        <a:xfrm>
          <a:off x="0" y="0"/>
          <a:ext cx="0" cy="0"/>
          <a:chOff x="0" y="0"/>
          <a:chExt cx="0" cy="0"/>
        </a:xfrm>
      </p:grpSpPr>
      <p:sp>
        <p:nvSpPr>
          <p:cNvPr id="124" name="Google Shape;124;p2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28"/>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6" name="Google Shape;126;p28"/>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SzPts val="1700"/>
              <a:buChar char="●"/>
              <a:defRPr/>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127" name="Google Shape;127;p28"/>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SzPts val="1700"/>
              <a:buChar char="●"/>
              <a:defRPr/>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128" name="Google Shape;128;p28"/>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9" name="Google Shape;129;p28"/>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30" name="Shape 130"/>
        <p:cNvGrpSpPr/>
        <p:nvPr/>
      </p:nvGrpSpPr>
      <p:grpSpPr>
        <a:xfrm>
          <a:off x="0" y="0"/>
          <a:ext cx="0" cy="0"/>
          <a:chOff x="0" y="0"/>
          <a:chExt cx="0" cy="0"/>
        </a:xfrm>
      </p:grpSpPr>
      <p:sp>
        <p:nvSpPr>
          <p:cNvPr id="131" name="Google Shape;131;p29"/>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9"/>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SzPts val="1700"/>
              <a:buChar char="●"/>
              <a:defRPr/>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133" name="Google Shape;133;p29"/>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SzPts val="1700"/>
              <a:buChar char="●"/>
              <a:defRPr/>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134" name="Google Shape;134;p29"/>
          <p:cNvSpPr txBox="1"/>
          <p:nvPr>
            <p:ph idx="3" type="body"/>
          </p:nvPr>
        </p:nvSpPr>
        <p:spPr>
          <a:xfrm>
            <a:off x="6212275" y="2417500"/>
            <a:ext cx="2455500" cy="23736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SzPts val="1700"/>
              <a:buChar char="●"/>
              <a:defRPr/>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135" name="Google Shape;135;p29"/>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6" name="Google Shape;136;p29"/>
          <p:cNvSpPr txBox="1"/>
          <p:nvPr>
            <p:ph idx="4"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37" name="Google Shape;137;p29"/>
          <p:cNvSpPr txBox="1"/>
          <p:nvPr>
            <p:ph idx="5"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38" name="Google Shape;138;p29"/>
          <p:cNvSpPr txBox="1"/>
          <p:nvPr>
            <p:ph idx="6"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39" name="Shape 139"/>
        <p:cNvGrpSpPr/>
        <p:nvPr/>
      </p:nvGrpSpPr>
      <p:grpSpPr>
        <a:xfrm>
          <a:off x="0" y="0"/>
          <a:ext cx="0" cy="0"/>
          <a:chOff x="0" y="0"/>
          <a:chExt cx="0" cy="0"/>
        </a:xfrm>
      </p:grpSpPr>
      <p:sp>
        <p:nvSpPr>
          <p:cNvPr id="140" name="Google Shape;140;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30"/>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spAutoFit/>
          </a:bodyPr>
          <a:lstStyle>
            <a:lvl1pPr indent="-317500" lvl="0" marL="457200" algn="l">
              <a:lnSpc>
                <a:spcPct val="100000"/>
              </a:lnSpc>
              <a:spcBef>
                <a:spcPts val="0"/>
              </a:spcBef>
              <a:spcAft>
                <a:spcPts val="0"/>
              </a:spcAft>
              <a:buSzPts val="1400"/>
              <a:buChar char="●"/>
              <a:defRPr sz="1400"/>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142" name="Google Shape;142;p30"/>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spAutoFit/>
          </a:bodyPr>
          <a:lstStyle>
            <a:lvl1pPr indent="-317500" lvl="0" marL="457200" algn="l">
              <a:lnSpc>
                <a:spcPct val="100000"/>
              </a:lnSpc>
              <a:spcBef>
                <a:spcPts val="0"/>
              </a:spcBef>
              <a:spcAft>
                <a:spcPts val="0"/>
              </a:spcAft>
              <a:buSzPts val="1400"/>
              <a:buChar char="●"/>
              <a:defRPr sz="1400"/>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143" name="Google Shape;143;p30"/>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spAutoFit/>
          </a:bodyPr>
          <a:lstStyle>
            <a:lvl1pPr indent="-317500" lvl="0" marL="457200" algn="l">
              <a:lnSpc>
                <a:spcPct val="100000"/>
              </a:lnSpc>
              <a:spcBef>
                <a:spcPts val="0"/>
              </a:spcBef>
              <a:spcAft>
                <a:spcPts val="0"/>
              </a:spcAft>
              <a:buSzPts val="1400"/>
              <a:buChar char="●"/>
              <a:defRPr sz="1400"/>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144" name="Google Shape;144;p30"/>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spAutoFit/>
          </a:bodyPr>
          <a:lstStyle>
            <a:lvl1pPr indent="-317500" lvl="0" marL="457200" algn="l">
              <a:lnSpc>
                <a:spcPct val="100000"/>
              </a:lnSpc>
              <a:spcBef>
                <a:spcPts val="0"/>
              </a:spcBef>
              <a:spcAft>
                <a:spcPts val="0"/>
              </a:spcAft>
              <a:buSzPts val="1400"/>
              <a:buChar char="●"/>
              <a:defRPr sz="1400"/>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145" name="Google Shape;145;p30"/>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46" name="Google Shape;146;p30"/>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47" name="Google Shape;147;p30"/>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48" name="Google Shape;148;p30"/>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49" name="Google Shape;149;p30"/>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50" name="Shape 150"/>
        <p:cNvGrpSpPr/>
        <p:nvPr/>
      </p:nvGrpSpPr>
      <p:grpSpPr>
        <a:xfrm>
          <a:off x="0" y="0"/>
          <a:ext cx="0" cy="0"/>
          <a:chOff x="0" y="0"/>
          <a:chExt cx="0" cy="0"/>
        </a:xfrm>
      </p:grpSpPr>
      <p:sp>
        <p:nvSpPr>
          <p:cNvPr id="151" name="Google Shape;151;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2" name="Google Shape;152;p31"/>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3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54" name="Shape 154"/>
        <p:cNvGrpSpPr/>
        <p:nvPr/>
      </p:nvGrpSpPr>
      <p:grpSpPr>
        <a:xfrm>
          <a:off x="0" y="0"/>
          <a:ext cx="0" cy="0"/>
          <a:chOff x="0" y="0"/>
          <a:chExt cx="0" cy="0"/>
        </a:xfrm>
      </p:grpSpPr>
      <p:sp>
        <p:nvSpPr>
          <p:cNvPr id="155" name="Google Shape;155;p32"/>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sp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56" name="Google Shape;156;p32"/>
          <p:cNvSpPr/>
          <p:nvPr>
            <p:ph idx="2" type="pic"/>
          </p:nvPr>
        </p:nvSpPr>
        <p:spPr>
          <a:xfrm>
            <a:off x="4804825" y="1133300"/>
            <a:ext cx="4027500" cy="2392800"/>
          </a:xfrm>
          <a:prstGeom prst="rect">
            <a:avLst/>
          </a:prstGeom>
          <a:noFill/>
          <a:ln>
            <a:noFill/>
          </a:ln>
        </p:spPr>
      </p:sp>
      <p:sp>
        <p:nvSpPr>
          <p:cNvPr id="157" name="Google Shape;157;p32"/>
          <p:cNvSpPr/>
          <p:nvPr>
            <p:ph idx="3" type="pic"/>
          </p:nvPr>
        </p:nvSpPr>
        <p:spPr>
          <a:xfrm>
            <a:off x="311725" y="1133300"/>
            <a:ext cx="4027500" cy="2392800"/>
          </a:xfrm>
          <a:prstGeom prst="rect">
            <a:avLst/>
          </a:prstGeom>
          <a:noFill/>
          <a:ln>
            <a:noFill/>
          </a:ln>
        </p:spPr>
      </p:sp>
      <p:sp>
        <p:nvSpPr>
          <p:cNvPr id="158" name="Google Shape;158;p32"/>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sp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59" name="Google Shape;159;p32"/>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1" name="Google Shape;161;p32"/>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7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62" name="Google Shape;162;p32"/>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7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63" name="Shape 163"/>
        <p:cNvGrpSpPr/>
        <p:nvPr/>
      </p:nvGrpSpPr>
      <p:grpSpPr>
        <a:xfrm>
          <a:off x="0" y="0"/>
          <a:ext cx="0" cy="0"/>
          <a:chOff x="0" y="0"/>
          <a:chExt cx="0" cy="0"/>
        </a:xfrm>
      </p:grpSpPr>
      <p:sp>
        <p:nvSpPr>
          <p:cNvPr id="164" name="Google Shape;164;p33"/>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sp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65" name="Google Shape;165;p33"/>
          <p:cNvSpPr/>
          <p:nvPr>
            <p:ph idx="2" type="pic"/>
          </p:nvPr>
        </p:nvSpPr>
        <p:spPr>
          <a:xfrm>
            <a:off x="6205225" y="1128325"/>
            <a:ext cx="2627100" cy="2273100"/>
          </a:xfrm>
          <a:prstGeom prst="rect">
            <a:avLst/>
          </a:prstGeom>
          <a:noFill/>
          <a:ln>
            <a:noFill/>
          </a:ln>
        </p:spPr>
      </p:sp>
      <p:sp>
        <p:nvSpPr>
          <p:cNvPr id="166" name="Google Shape;166;p33"/>
          <p:cNvSpPr/>
          <p:nvPr>
            <p:ph idx="3" type="pic"/>
          </p:nvPr>
        </p:nvSpPr>
        <p:spPr>
          <a:xfrm>
            <a:off x="311725" y="1128325"/>
            <a:ext cx="2627100" cy="2273100"/>
          </a:xfrm>
          <a:prstGeom prst="rect">
            <a:avLst/>
          </a:prstGeom>
          <a:noFill/>
          <a:ln>
            <a:noFill/>
          </a:ln>
        </p:spPr>
      </p:sp>
      <p:sp>
        <p:nvSpPr>
          <p:cNvPr id="167" name="Google Shape;167;p33"/>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sp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68" name="Google Shape;168;p33"/>
          <p:cNvSpPr/>
          <p:nvPr>
            <p:ph idx="5" type="pic"/>
          </p:nvPr>
        </p:nvSpPr>
        <p:spPr>
          <a:xfrm>
            <a:off x="3255250" y="1128325"/>
            <a:ext cx="2627100" cy="2273100"/>
          </a:xfrm>
          <a:prstGeom prst="rect">
            <a:avLst/>
          </a:prstGeom>
          <a:noFill/>
          <a:ln>
            <a:noFill/>
          </a:ln>
        </p:spPr>
      </p:sp>
      <p:sp>
        <p:nvSpPr>
          <p:cNvPr id="169" name="Google Shape;169;p33"/>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sp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70" name="Google Shape;170;p33"/>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171" name="Google Shape;171;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2" name="Google Shape;172;p33"/>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7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73" name="Google Shape;173;p33"/>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7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74" name="Google Shape;174;p33"/>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7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75" name="Shape 175"/>
        <p:cNvGrpSpPr/>
        <p:nvPr/>
      </p:nvGrpSpPr>
      <p:grpSpPr>
        <a:xfrm>
          <a:off x="0" y="0"/>
          <a:ext cx="0" cy="0"/>
          <a:chOff x="0" y="0"/>
          <a:chExt cx="0" cy="0"/>
        </a:xfrm>
      </p:grpSpPr>
      <p:sp>
        <p:nvSpPr>
          <p:cNvPr id="176" name="Google Shape;176;p34"/>
          <p:cNvSpPr/>
          <p:nvPr>
            <p:ph idx="2" type="pic"/>
          </p:nvPr>
        </p:nvSpPr>
        <p:spPr>
          <a:xfrm>
            <a:off x="311700" y="445025"/>
            <a:ext cx="8520600" cy="4218300"/>
          </a:xfrm>
          <a:prstGeom prst="rect">
            <a:avLst/>
          </a:prstGeom>
          <a:noFill/>
          <a:ln>
            <a:noFill/>
          </a:ln>
        </p:spPr>
      </p:sp>
      <p:sp>
        <p:nvSpPr>
          <p:cNvPr id="177" name="Google Shape;177;p3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78" name="Shape 178"/>
        <p:cNvGrpSpPr/>
        <p:nvPr/>
      </p:nvGrpSpPr>
      <p:grpSpPr>
        <a:xfrm>
          <a:off x="0" y="0"/>
          <a:ext cx="0" cy="0"/>
          <a:chOff x="0" y="0"/>
          <a:chExt cx="0" cy="0"/>
        </a:xfrm>
      </p:grpSpPr>
      <p:sp>
        <p:nvSpPr>
          <p:cNvPr id="179" name="Google Shape;179;p3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180" name="Google Shape;180;p35"/>
          <p:cNvSpPr/>
          <p:nvPr>
            <p:ph idx="2" type="pic"/>
          </p:nvPr>
        </p:nvSpPr>
        <p:spPr>
          <a:xfrm>
            <a:off x="3389600" y="118913"/>
            <a:ext cx="1643700" cy="1535100"/>
          </a:xfrm>
          <a:prstGeom prst="rect">
            <a:avLst/>
          </a:prstGeom>
          <a:noFill/>
          <a:ln>
            <a:noFill/>
          </a:ln>
        </p:spPr>
      </p:sp>
      <p:sp>
        <p:nvSpPr>
          <p:cNvPr id="181" name="Google Shape;181;p35"/>
          <p:cNvSpPr/>
          <p:nvPr>
            <p:ph idx="3" type="pic"/>
          </p:nvPr>
        </p:nvSpPr>
        <p:spPr>
          <a:xfrm>
            <a:off x="5195935" y="118913"/>
            <a:ext cx="1643700" cy="1535100"/>
          </a:xfrm>
          <a:prstGeom prst="rect">
            <a:avLst/>
          </a:prstGeom>
          <a:noFill/>
          <a:ln>
            <a:noFill/>
          </a:ln>
        </p:spPr>
      </p:sp>
      <p:sp>
        <p:nvSpPr>
          <p:cNvPr id="182" name="Google Shape;182;p35"/>
          <p:cNvSpPr/>
          <p:nvPr>
            <p:ph idx="4" type="pic"/>
          </p:nvPr>
        </p:nvSpPr>
        <p:spPr>
          <a:xfrm>
            <a:off x="7002270" y="118913"/>
            <a:ext cx="1643700" cy="1535100"/>
          </a:xfrm>
          <a:prstGeom prst="rect">
            <a:avLst/>
          </a:prstGeom>
          <a:noFill/>
          <a:ln>
            <a:noFill/>
          </a:ln>
        </p:spPr>
      </p:sp>
      <p:sp>
        <p:nvSpPr>
          <p:cNvPr id="183" name="Google Shape;183;p35"/>
          <p:cNvSpPr/>
          <p:nvPr>
            <p:ph idx="5" type="pic"/>
          </p:nvPr>
        </p:nvSpPr>
        <p:spPr>
          <a:xfrm>
            <a:off x="3389588" y="1804212"/>
            <a:ext cx="1643700" cy="1535100"/>
          </a:xfrm>
          <a:prstGeom prst="rect">
            <a:avLst/>
          </a:prstGeom>
          <a:noFill/>
          <a:ln>
            <a:noFill/>
          </a:ln>
        </p:spPr>
      </p:sp>
      <p:sp>
        <p:nvSpPr>
          <p:cNvPr id="184" name="Google Shape;184;p35"/>
          <p:cNvSpPr/>
          <p:nvPr>
            <p:ph idx="6" type="pic"/>
          </p:nvPr>
        </p:nvSpPr>
        <p:spPr>
          <a:xfrm>
            <a:off x="5195922" y="1804212"/>
            <a:ext cx="1643700" cy="1535100"/>
          </a:xfrm>
          <a:prstGeom prst="rect">
            <a:avLst/>
          </a:prstGeom>
          <a:noFill/>
          <a:ln>
            <a:noFill/>
          </a:ln>
        </p:spPr>
      </p:sp>
      <p:sp>
        <p:nvSpPr>
          <p:cNvPr id="185" name="Google Shape;185;p35"/>
          <p:cNvSpPr/>
          <p:nvPr>
            <p:ph idx="7" type="pic"/>
          </p:nvPr>
        </p:nvSpPr>
        <p:spPr>
          <a:xfrm>
            <a:off x="7002257" y="1804212"/>
            <a:ext cx="1643700" cy="1535100"/>
          </a:xfrm>
          <a:prstGeom prst="rect">
            <a:avLst/>
          </a:prstGeom>
          <a:noFill/>
          <a:ln>
            <a:noFill/>
          </a:ln>
        </p:spPr>
      </p:sp>
      <p:sp>
        <p:nvSpPr>
          <p:cNvPr id="186" name="Google Shape;186;p35"/>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7" name="Google Shape;187;p35"/>
          <p:cNvSpPr/>
          <p:nvPr>
            <p:ph idx="8" type="pic"/>
          </p:nvPr>
        </p:nvSpPr>
        <p:spPr>
          <a:xfrm>
            <a:off x="3389588" y="3489487"/>
            <a:ext cx="1643700" cy="1535100"/>
          </a:xfrm>
          <a:prstGeom prst="rect">
            <a:avLst/>
          </a:prstGeom>
          <a:noFill/>
          <a:ln>
            <a:noFill/>
          </a:ln>
        </p:spPr>
      </p:sp>
      <p:sp>
        <p:nvSpPr>
          <p:cNvPr id="188" name="Google Shape;188;p35"/>
          <p:cNvSpPr/>
          <p:nvPr>
            <p:ph idx="9" type="pic"/>
          </p:nvPr>
        </p:nvSpPr>
        <p:spPr>
          <a:xfrm>
            <a:off x="5195922" y="3489487"/>
            <a:ext cx="1643700" cy="1535100"/>
          </a:xfrm>
          <a:prstGeom prst="rect">
            <a:avLst/>
          </a:prstGeom>
          <a:noFill/>
          <a:ln>
            <a:noFill/>
          </a:ln>
        </p:spPr>
      </p:sp>
      <p:sp>
        <p:nvSpPr>
          <p:cNvPr id="189" name="Google Shape;189;p3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bg>
      <p:bgPr>
        <a:solidFill>
          <a:schemeClr val="lt1"/>
        </a:solidFill>
      </p:bgPr>
    </p:bg>
    <p:spTree>
      <p:nvGrpSpPr>
        <p:cNvPr id="190" name="Shape 190"/>
        <p:cNvGrpSpPr/>
        <p:nvPr/>
      </p:nvGrpSpPr>
      <p:grpSpPr>
        <a:xfrm>
          <a:off x="0" y="0"/>
          <a:ext cx="0" cy="0"/>
          <a:chOff x="0" y="0"/>
          <a:chExt cx="0" cy="0"/>
        </a:xfrm>
      </p:grpSpPr>
      <p:grpSp>
        <p:nvGrpSpPr>
          <p:cNvPr id="191" name="Google Shape;191;p36"/>
          <p:cNvGrpSpPr/>
          <p:nvPr/>
        </p:nvGrpSpPr>
        <p:grpSpPr>
          <a:xfrm>
            <a:off x="75" y="256675"/>
            <a:ext cx="3798441" cy="1190474"/>
            <a:chOff x="75" y="256675"/>
            <a:chExt cx="3798441" cy="1190474"/>
          </a:xfrm>
        </p:grpSpPr>
        <p:sp>
          <p:nvSpPr>
            <p:cNvPr id="192" name="Google Shape;192;p36"/>
            <p:cNvSpPr/>
            <p:nvPr/>
          </p:nvSpPr>
          <p:spPr>
            <a:xfrm flipH="1" rot="10800000">
              <a:off x="75" y="256675"/>
              <a:ext cx="3798000" cy="1190400"/>
            </a:xfrm>
            <a:prstGeom prst="snip1Rect">
              <a:avLst>
                <a:gd fmla="val 35102"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Tight"/>
                <a:ea typeface="Inter Tight"/>
                <a:cs typeface="Inter Tight"/>
                <a:sym typeface="Inter Tight"/>
              </a:endParaRPr>
            </a:p>
          </p:txBody>
        </p:sp>
        <p:sp>
          <p:nvSpPr>
            <p:cNvPr id="193" name="Google Shape;193;p36"/>
            <p:cNvSpPr/>
            <p:nvPr/>
          </p:nvSpPr>
          <p:spPr>
            <a:xfrm flipH="1" rot="-10795068">
              <a:off x="3380016" y="1028349"/>
              <a:ext cx="418200" cy="418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a:ea typeface="Inter Tight"/>
                  <a:cs typeface="Inter Tight"/>
                  <a:sym typeface="Inter Tight"/>
                </a:rPr>
                <a:t> </a:t>
              </a:r>
              <a:endParaRPr b="0" i="0" sz="1400" u="none" cap="none" strike="noStrike">
                <a:solidFill>
                  <a:schemeClr val="lt2"/>
                </a:solidFill>
                <a:latin typeface="Inter Tight"/>
                <a:ea typeface="Inter Tight"/>
                <a:cs typeface="Inter Tight"/>
                <a:sym typeface="Inter Tight"/>
              </a:endParaRPr>
            </a:p>
          </p:txBody>
        </p:sp>
      </p:grpSp>
      <p:sp>
        <p:nvSpPr>
          <p:cNvPr id="194" name="Google Shape;194;p36"/>
          <p:cNvSpPr txBox="1"/>
          <p:nvPr>
            <p:ph type="title"/>
          </p:nvPr>
        </p:nvSpPr>
        <p:spPr>
          <a:xfrm>
            <a:off x="333925" y="544250"/>
            <a:ext cx="3039900" cy="7212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195" name="Google Shape;195;p36"/>
          <p:cNvSpPr txBox="1"/>
          <p:nvPr>
            <p:ph idx="1" type="subTitle"/>
          </p:nvPr>
        </p:nvSpPr>
        <p:spPr>
          <a:xfrm>
            <a:off x="1149126" y="2348550"/>
            <a:ext cx="3234300" cy="433200"/>
          </a:xfrm>
          <a:prstGeom prst="rect">
            <a:avLst/>
          </a:prstGeom>
          <a:noFill/>
          <a:ln>
            <a:noFill/>
          </a:ln>
        </p:spPr>
        <p:txBody>
          <a:bodyPr anchorCtr="0" anchor="t" bIns="91425" lIns="91425" spcFirstLastPara="1" rIns="91425" wrap="square" tIns="91425">
            <a:spAutoFit/>
          </a:bodyPr>
          <a:lstStyle>
            <a:lvl1pPr lvl="0" algn="l">
              <a:lnSpc>
                <a:spcPct val="95000"/>
              </a:lnSpc>
              <a:spcBef>
                <a:spcPts val="0"/>
              </a:spcBef>
              <a:spcAft>
                <a:spcPts val="0"/>
              </a:spcAft>
              <a:buSzPts val="1700"/>
              <a:buNone/>
              <a:defRPr/>
            </a:lvl1pPr>
            <a:lvl2pPr lvl="1" algn="l">
              <a:lnSpc>
                <a:spcPct val="95000"/>
              </a:lnSpc>
              <a:spcBef>
                <a:spcPts val="0"/>
              </a:spcBef>
              <a:spcAft>
                <a:spcPts val="0"/>
              </a:spcAft>
              <a:buSzPts val="1700"/>
              <a:buNone/>
              <a:defRPr/>
            </a:lvl2pPr>
            <a:lvl3pPr lvl="2" algn="l">
              <a:lnSpc>
                <a:spcPct val="95000"/>
              </a:lnSpc>
              <a:spcBef>
                <a:spcPts val="0"/>
              </a:spcBef>
              <a:spcAft>
                <a:spcPts val="0"/>
              </a:spcAft>
              <a:buSzPts val="1700"/>
              <a:buNone/>
              <a:defRPr/>
            </a:lvl3pPr>
            <a:lvl4pPr lvl="3" algn="l">
              <a:lnSpc>
                <a:spcPct val="95000"/>
              </a:lnSpc>
              <a:spcBef>
                <a:spcPts val="0"/>
              </a:spcBef>
              <a:spcAft>
                <a:spcPts val="0"/>
              </a:spcAft>
              <a:buSzPts val="1700"/>
              <a:buNone/>
              <a:defRPr/>
            </a:lvl4pPr>
            <a:lvl5pPr lvl="4" algn="l">
              <a:lnSpc>
                <a:spcPct val="95000"/>
              </a:lnSpc>
              <a:spcBef>
                <a:spcPts val="0"/>
              </a:spcBef>
              <a:spcAft>
                <a:spcPts val="0"/>
              </a:spcAft>
              <a:buSzPts val="1700"/>
              <a:buNone/>
              <a:defRPr/>
            </a:lvl5pPr>
            <a:lvl6pPr lvl="5" algn="l">
              <a:lnSpc>
                <a:spcPct val="95000"/>
              </a:lnSpc>
              <a:spcBef>
                <a:spcPts val="0"/>
              </a:spcBef>
              <a:spcAft>
                <a:spcPts val="0"/>
              </a:spcAft>
              <a:buSzPts val="1700"/>
              <a:buNone/>
              <a:defRPr/>
            </a:lvl6pPr>
            <a:lvl7pPr lvl="6" algn="l">
              <a:lnSpc>
                <a:spcPct val="95000"/>
              </a:lnSpc>
              <a:spcBef>
                <a:spcPts val="0"/>
              </a:spcBef>
              <a:spcAft>
                <a:spcPts val="0"/>
              </a:spcAft>
              <a:buSzPts val="1700"/>
              <a:buNone/>
              <a:defRPr/>
            </a:lvl7pPr>
            <a:lvl8pPr lvl="7" algn="l">
              <a:lnSpc>
                <a:spcPct val="95000"/>
              </a:lnSpc>
              <a:spcBef>
                <a:spcPts val="0"/>
              </a:spcBef>
              <a:spcAft>
                <a:spcPts val="0"/>
              </a:spcAft>
              <a:buSzPts val="1700"/>
              <a:buNone/>
              <a:defRPr/>
            </a:lvl8pPr>
            <a:lvl9pPr lvl="8" algn="l">
              <a:lnSpc>
                <a:spcPct val="95000"/>
              </a:lnSpc>
              <a:spcBef>
                <a:spcPts val="0"/>
              </a:spcBef>
              <a:spcAft>
                <a:spcPts val="0"/>
              </a:spcAft>
              <a:buSzPts val="1700"/>
              <a:buNone/>
              <a:defRPr/>
            </a:lvl9pPr>
          </a:lstStyle>
          <a:p/>
        </p:txBody>
      </p:sp>
      <p:sp>
        <p:nvSpPr>
          <p:cNvPr id="196" name="Google Shape;196;p36"/>
          <p:cNvSpPr txBox="1"/>
          <p:nvPr>
            <p:ph idx="2" type="subTitle"/>
          </p:nvPr>
        </p:nvSpPr>
        <p:spPr>
          <a:xfrm>
            <a:off x="1149126" y="2802869"/>
            <a:ext cx="3234300" cy="433200"/>
          </a:xfrm>
          <a:prstGeom prst="rect">
            <a:avLst/>
          </a:prstGeom>
          <a:noFill/>
          <a:ln>
            <a:noFill/>
          </a:ln>
        </p:spPr>
        <p:txBody>
          <a:bodyPr anchorCtr="0" anchor="t" bIns="91425" lIns="91425" spcFirstLastPara="1" rIns="91425" wrap="square" tIns="91425">
            <a:spAutoFit/>
          </a:bodyPr>
          <a:lstStyle>
            <a:lvl1pPr lvl="0" algn="l">
              <a:lnSpc>
                <a:spcPct val="95000"/>
              </a:lnSpc>
              <a:spcBef>
                <a:spcPts val="0"/>
              </a:spcBef>
              <a:spcAft>
                <a:spcPts val="0"/>
              </a:spcAft>
              <a:buSzPts val="1700"/>
              <a:buNone/>
              <a:defRPr/>
            </a:lvl1pPr>
            <a:lvl2pPr lvl="1" algn="l">
              <a:lnSpc>
                <a:spcPct val="95000"/>
              </a:lnSpc>
              <a:spcBef>
                <a:spcPts val="0"/>
              </a:spcBef>
              <a:spcAft>
                <a:spcPts val="0"/>
              </a:spcAft>
              <a:buSzPts val="1700"/>
              <a:buNone/>
              <a:defRPr/>
            </a:lvl2pPr>
            <a:lvl3pPr lvl="2" algn="l">
              <a:lnSpc>
                <a:spcPct val="95000"/>
              </a:lnSpc>
              <a:spcBef>
                <a:spcPts val="0"/>
              </a:spcBef>
              <a:spcAft>
                <a:spcPts val="0"/>
              </a:spcAft>
              <a:buSzPts val="1700"/>
              <a:buNone/>
              <a:defRPr/>
            </a:lvl3pPr>
            <a:lvl4pPr lvl="3" algn="l">
              <a:lnSpc>
                <a:spcPct val="95000"/>
              </a:lnSpc>
              <a:spcBef>
                <a:spcPts val="0"/>
              </a:spcBef>
              <a:spcAft>
                <a:spcPts val="0"/>
              </a:spcAft>
              <a:buSzPts val="1700"/>
              <a:buNone/>
              <a:defRPr/>
            </a:lvl4pPr>
            <a:lvl5pPr lvl="4" algn="l">
              <a:lnSpc>
                <a:spcPct val="95000"/>
              </a:lnSpc>
              <a:spcBef>
                <a:spcPts val="0"/>
              </a:spcBef>
              <a:spcAft>
                <a:spcPts val="0"/>
              </a:spcAft>
              <a:buSzPts val="1700"/>
              <a:buNone/>
              <a:defRPr/>
            </a:lvl5pPr>
            <a:lvl6pPr lvl="5" algn="l">
              <a:lnSpc>
                <a:spcPct val="95000"/>
              </a:lnSpc>
              <a:spcBef>
                <a:spcPts val="0"/>
              </a:spcBef>
              <a:spcAft>
                <a:spcPts val="0"/>
              </a:spcAft>
              <a:buSzPts val="1700"/>
              <a:buNone/>
              <a:defRPr/>
            </a:lvl6pPr>
            <a:lvl7pPr lvl="6" algn="l">
              <a:lnSpc>
                <a:spcPct val="95000"/>
              </a:lnSpc>
              <a:spcBef>
                <a:spcPts val="0"/>
              </a:spcBef>
              <a:spcAft>
                <a:spcPts val="0"/>
              </a:spcAft>
              <a:buSzPts val="1700"/>
              <a:buNone/>
              <a:defRPr/>
            </a:lvl7pPr>
            <a:lvl8pPr lvl="7" algn="l">
              <a:lnSpc>
                <a:spcPct val="95000"/>
              </a:lnSpc>
              <a:spcBef>
                <a:spcPts val="0"/>
              </a:spcBef>
              <a:spcAft>
                <a:spcPts val="0"/>
              </a:spcAft>
              <a:buSzPts val="1700"/>
              <a:buNone/>
              <a:defRPr/>
            </a:lvl8pPr>
            <a:lvl9pPr lvl="8" algn="l">
              <a:lnSpc>
                <a:spcPct val="95000"/>
              </a:lnSpc>
              <a:spcBef>
                <a:spcPts val="0"/>
              </a:spcBef>
              <a:spcAft>
                <a:spcPts val="0"/>
              </a:spcAft>
              <a:buSzPts val="1700"/>
              <a:buNone/>
              <a:defRPr/>
            </a:lvl9pPr>
          </a:lstStyle>
          <a:p/>
        </p:txBody>
      </p:sp>
      <p:sp>
        <p:nvSpPr>
          <p:cNvPr id="197" name="Google Shape;197;p36"/>
          <p:cNvSpPr txBox="1"/>
          <p:nvPr>
            <p:ph idx="3" type="subTitle"/>
          </p:nvPr>
        </p:nvSpPr>
        <p:spPr>
          <a:xfrm>
            <a:off x="1149126" y="3257187"/>
            <a:ext cx="3234300" cy="433200"/>
          </a:xfrm>
          <a:prstGeom prst="rect">
            <a:avLst/>
          </a:prstGeom>
          <a:noFill/>
          <a:ln>
            <a:noFill/>
          </a:ln>
        </p:spPr>
        <p:txBody>
          <a:bodyPr anchorCtr="0" anchor="t" bIns="91425" lIns="91425" spcFirstLastPara="1" rIns="91425" wrap="square" tIns="91425">
            <a:spAutoFit/>
          </a:bodyPr>
          <a:lstStyle>
            <a:lvl1pPr lvl="0" algn="l">
              <a:lnSpc>
                <a:spcPct val="95000"/>
              </a:lnSpc>
              <a:spcBef>
                <a:spcPts val="0"/>
              </a:spcBef>
              <a:spcAft>
                <a:spcPts val="0"/>
              </a:spcAft>
              <a:buSzPts val="1700"/>
              <a:buNone/>
              <a:defRPr/>
            </a:lvl1pPr>
            <a:lvl2pPr lvl="1" algn="l">
              <a:lnSpc>
                <a:spcPct val="95000"/>
              </a:lnSpc>
              <a:spcBef>
                <a:spcPts val="0"/>
              </a:spcBef>
              <a:spcAft>
                <a:spcPts val="0"/>
              </a:spcAft>
              <a:buSzPts val="1700"/>
              <a:buNone/>
              <a:defRPr/>
            </a:lvl2pPr>
            <a:lvl3pPr lvl="2" algn="l">
              <a:lnSpc>
                <a:spcPct val="95000"/>
              </a:lnSpc>
              <a:spcBef>
                <a:spcPts val="0"/>
              </a:spcBef>
              <a:spcAft>
                <a:spcPts val="0"/>
              </a:spcAft>
              <a:buSzPts val="1700"/>
              <a:buNone/>
              <a:defRPr/>
            </a:lvl3pPr>
            <a:lvl4pPr lvl="3" algn="l">
              <a:lnSpc>
                <a:spcPct val="95000"/>
              </a:lnSpc>
              <a:spcBef>
                <a:spcPts val="0"/>
              </a:spcBef>
              <a:spcAft>
                <a:spcPts val="0"/>
              </a:spcAft>
              <a:buSzPts val="1700"/>
              <a:buNone/>
              <a:defRPr/>
            </a:lvl4pPr>
            <a:lvl5pPr lvl="4" algn="l">
              <a:lnSpc>
                <a:spcPct val="95000"/>
              </a:lnSpc>
              <a:spcBef>
                <a:spcPts val="0"/>
              </a:spcBef>
              <a:spcAft>
                <a:spcPts val="0"/>
              </a:spcAft>
              <a:buSzPts val="1700"/>
              <a:buNone/>
              <a:defRPr/>
            </a:lvl5pPr>
            <a:lvl6pPr lvl="5" algn="l">
              <a:lnSpc>
                <a:spcPct val="95000"/>
              </a:lnSpc>
              <a:spcBef>
                <a:spcPts val="0"/>
              </a:spcBef>
              <a:spcAft>
                <a:spcPts val="0"/>
              </a:spcAft>
              <a:buSzPts val="1700"/>
              <a:buNone/>
              <a:defRPr/>
            </a:lvl6pPr>
            <a:lvl7pPr lvl="6" algn="l">
              <a:lnSpc>
                <a:spcPct val="95000"/>
              </a:lnSpc>
              <a:spcBef>
                <a:spcPts val="0"/>
              </a:spcBef>
              <a:spcAft>
                <a:spcPts val="0"/>
              </a:spcAft>
              <a:buSzPts val="1700"/>
              <a:buNone/>
              <a:defRPr/>
            </a:lvl7pPr>
            <a:lvl8pPr lvl="7" algn="l">
              <a:lnSpc>
                <a:spcPct val="95000"/>
              </a:lnSpc>
              <a:spcBef>
                <a:spcPts val="0"/>
              </a:spcBef>
              <a:spcAft>
                <a:spcPts val="0"/>
              </a:spcAft>
              <a:buSzPts val="1700"/>
              <a:buNone/>
              <a:defRPr/>
            </a:lvl8pPr>
            <a:lvl9pPr lvl="8" algn="l">
              <a:lnSpc>
                <a:spcPct val="95000"/>
              </a:lnSpc>
              <a:spcBef>
                <a:spcPts val="0"/>
              </a:spcBef>
              <a:spcAft>
                <a:spcPts val="0"/>
              </a:spcAft>
              <a:buSzPts val="1700"/>
              <a:buNone/>
              <a:defRPr/>
            </a:lvl9pPr>
          </a:lstStyle>
          <a:p/>
        </p:txBody>
      </p:sp>
      <p:sp>
        <p:nvSpPr>
          <p:cNvPr id="198" name="Google Shape;198;p36"/>
          <p:cNvSpPr txBox="1"/>
          <p:nvPr>
            <p:ph idx="4" type="subTitle"/>
          </p:nvPr>
        </p:nvSpPr>
        <p:spPr>
          <a:xfrm>
            <a:off x="1149126" y="3711506"/>
            <a:ext cx="3234300" cy="433200"/>
          </a:xfrm>
          <a:prstGeom prst="rect">
            <a:avLst/>
          </a:prstGeom>
          <a:noFill/>
          <a:ln>
            <a:noFill/>
          </a:ln>
        </p:spPr>
        <p:txBody>
          <a:bodyPr anchorCtr="0" anchor="t" bIns="91425" lIns="91425" spcFirstLastPara="1" rIns="91425" wrap="square" tIns="91425">
            <a:spAutoFit/>
          </a:bodyPr>
          <a:lstStyle>
            <a:lvl1pPr lvl="0" algn="l">
              <a:lnSpc>
                <a:spcPct val="95000"/>
              </a:lnSpc>
              <a:spcBef>
                <a:spcPts val="0"/>
              </a:spcBef>
              <a:spcAft>
                <a:spcPts val="0"/>
              </a:spcAft>
              <a:buSzPts val="1700"/>
              <a:buNone/>
              <a:defRPr/>
            </a:lvl1pPr>
            <a:lvl2pPr lvl="1" algn="l">
              <a:lnSpc>
                <a:spcPct val="95000"/>
              </a:lnSpc>
              <a:spcBef>
                <a:spcPts val="0"/>
              </a:spcBef>
              <a:spcAft>
                <a:spcPts val="0"/>
              </a:spcAft>
              <a:buSzPts val="1700"/>
              <a:buNone/>
              <a:defRPr/>
            </a:lvl2pPr>
            <a:lvl3pPr lvl="2" algn="l">
              <a:lnSpc>
                <a:spcPct val="95000"/>
              </a:lnSpc>
              <a:spcBef>
                <a:spcPts val="0"/>
              </a:spcBef>
              <a:spcAft>
                <a:spcPts val="0"/>
              </a:spcAft>
              <a:buSzPts val="1700"/>
              <a:buNone/>
              <a:defRPr/>
            </a:lvl3pPr>
            <a:lvl4pPr lvl="3" algn="l">
              <a:lnSpc>
                <a:spcPct val="95000"/>
              </a:lnSpc>
              <a:spcBef>
                <a:spcPts val="0"/>
              </a:spcBef>
              <a:spcAft>
                <a:spcPts val="0"/>
              </a:spcAft>
              <a:buSzPts val="1700"/>
              <a:buNone/>
              <a:defRPr/>
            </a:lvl4pPr>
            <a:lvl5pPr lvl="4" algn="l">
              <a:lnSpc>
                <a:spcPct val="95000"/>
              </a:lnSpc>
              <a:spcBef>
                <a:spcPts val="0"/>
              </a:spcBef>
              <a:spcAft>
                <a:spcPts val="0"/>
              </a:spcAft>
              <a:buSzPts val="1700"/>
              <a:buNone/>
              <a:defRPr/>
            </a:lvl5pPr>
            <a:lvl6pPr lvl="5" algn="l">
              <a:lnSpc>
                <a:spcPct val="95000"/>
              </a:lnSpc>
              <a:spcBef>
                <a:spcPts val="0"/>
              </a:spcBef>
              <a:spcAft>
                <a:spcPts val="0"/>
              </a:spcAft>
              <a:buSzPts val="1700"/>
              <a:buNone/>
              <a:defRPr/>
            </a:lvl6pPr>
            <a:lvl7pPr lvl="6" algn="l">
              <a:lnSpc>
                <a:spcPct val="95000"/>
              </a:lnSpc>
              <a:spcBef>
                <a:spcPts val="0"/>
              </a:spcBef>
              <a:spcAft>
                <a:spcPts val="0"/>
              </a:spcAft>
              <a:buSzPts val="1700"/>
              <a:buNone/>
              <a:defRPr/>
            </a:lvl7pPr>
            <a:lvl8pPr lvl="7" algn="l">
              <a:lnSpc>
                <a:spcPct val="95000"/>
              </a:lnSpc>
              <a:spcBef>
                <a:spcPts val="0"/>
              </a:spcBef>
              <a:spcAft>
                <a:spcPts val="0"/>
              </a:spcAft>
              <a:buSzPts val="1700"/>
              <a:buNone/>
              <a:defRPr/>
            </a:lvl8pPr>
            <a:lvl9pPr lvl="8" algn="l">
              <a:lnSpc>
                <a:spcPct val="95000"/>
              </a:lnSpc>
              <a:spcBef>
                <a:spcPts val="0"/>
              </a:spcBef>
              <a:spcAft>
                <a:spcPts val="0"/>
              </a:spcAft>
              <a:buSzPts val="1700"/>
              <a:buNone/>
              <a:defRPr/>
            </a:lvl9pPr>
          </a:lstStyle>
          <a:p/>
        </p:txBody>
      </p:sp>
      <p:sp>
        <p:nvSpPr>
          <p:cNvPr id="199" name="Google Shape;199;p36"/>
          <p:cNvSpPr txBox="1"/>
          <p:nvPr>
            <p:ph idx="5" type="subTitle"/>
          </p:nvPr>
        </p:nvSpPr>
        <p:spPr>
          <a:xfrm>
            <a:off x="1149126" y="4165824"/>
            <a:ext cx="3234300" cy="433200"/>
          </a:xfrm>
          <a:prstGeom prst="rect">
            <a:avLst/>
          </a:prstGeom>
          <a:noFill/>
          <a:ln>
            <a:noFill/>
          </a:ln>
        </p:spPr>
        <p:txBody>
          <a:bodyPr anchorCtr="0" anchor="t" bIns="91425" lIns="91425" spcFirstLastPara="1" rIns="91425" wrap="square" tIns="91425">
            <a:spAutoFit/>
          </a:bodyPr>
          <a:lstStyle>
            <a:lvl1pPr lvl="0" algn="l">
              <a:lnSpc>
                <a:spcPct val="95000"/>
              </a:lnSpc>
              <a:spcBef>
                <a:spcPts val="0"/>
              </a:spcBef>
              <a:spcAft>
                <a:spcPts val="0"/>
              </a:spcAft>
              <a:buSzPts val="1700"/>
              <a:buNone/>
              <a:defRPr/>
            </a:lvl1pPr>
            <a:lvl2pPr lvl="1" algn="l">
              <a:lnSpc>
                <a:spcPct val="95000"/>
              </a:lnSpc>
              <a:spcBef>
                <a:spcPts val="0"/>
              </a:spcBef>
              <a:spcAft>
                <a:spcPts val="0"/>
              </a:spcAft>
              <a:buSzPts val="1700"/>
              <a:buNone/>
              <a:defRPr/>
            </a:lvl2pPr>
            <a:lvl3pPr lvl="2" algn="l">
              <a:lnSpc>
                <a:spcPct val="95000"/>
              </a:lnSpc>
              <a:spcBef>
                <a:spcPts val="0"/>
              </a:spcBef>
              <a:spcAft>
                <a:spcPts val="0"/>
              </a:spcAft>
              <a:buSzPts val="1700"/>
              <a:buNone/>
              <a:defRPr/>
            </a:lvl3pPr>
            <a:lvl4pPr lvl="3" algn="l">
              <a:lnSpc>
                <a:spcPct val="95000"/>
              </a:lnSpc>
              <a:spcBef>
                <a:spcPts val="0"/>
              </a:spcBef>
              <a:spcAft>
                <a:spcPts val="0"/>
              </a:spcAft>
              <a:buSzPts val="1700"/>
              <a:buNone/>
              <a:defRPr/>
            </a:lvl4pPr>
            <a:lvl5pPr lvl="4" algn="l">
              <a:lnSpc>
                <a:spcPct val="95000"/>
              </a:lnSpc>
              <a:spcBef>
                <a:spcPts val="0"/>
              </a:spcBef>
              <a:spcAft>
                <a:spcPts val="0"/>
              </a:spcAft>
              <a:buSzPts val="1700"/>
              <a:buNone/>
              <a:defRPr/>
            </a:lvl5pPr>
            <a:lvl6pPr lvl="5" algn="l">
              <a:lnSpc>
                <a:spcPct val="95000"/>
              </a:lnSpc>
              <a:spcBef>
                <a:spcPts val="0"/>
              </a:spcBef>
              <a:spcAft>
                <a:spcPts val="0"/>
              </a:spcAft>
              <a:buSzPts val="1700"/>
              <a:buNone/>
              <a:defRPr/>
            </a:lvl6pPr>
            <a:lvl7pPr lvl="6" algn="l">
              <a:lnSpc>
                <a:spcPct val="95000"/>
              </a:lnSpc>
              <a:spcBef>
                <a:spcPts val="0"/>
              </a:spcBef>
              <a:spcAft>
                <a:spcPts val="0"/>
              </a:spcAft>
              <a:buSzPts val="1700"/>
              <a:buNone/>
              <a:defRPr/>
            </a:lvl7pPr>
            <a:lvl8pPr lvl="7" algn="l">
              <a:lnSpc>
                <a:spcPct val="95000"/>
              </a:lnSpc>
              <a:spcBef>
                <a:spcPts val="0"/>
              </a:spcBef>
              <a:spcAft>
                <a:spcPts val="0"/>
              </a:spcAft>
              <a:buSzPts val="1700"/>
              <a:buNone/>
              <a:defRPr/>
            </a:lvl8pPr>
            <a:lvl9pPr lvl="8" algn="l">
              <a:lnSpc>
                <a:spcPct val="95000"/>
              </a:lnSpc>
              <a:spcBef>
                <a:spcPts val="0"/>
              </a:spcBef>
              <a:spcAft>
                <a:spcPts val="0"/>
              </a:spcAft>
              <a:buSzPts val="1700"/>
              <a:buNone/>
              <a:defRPr/>
            </a:lvl9pPr>
          </a:lstStyle>
          <a:p/>
        </p:txBody>
      </p:sp>
      <p:sp>
        <p:nvSpPr>
          <p:cNvPr id="200" name="Google Shape;200;p36"/>
          <p:cNvSpPr txBox="1"/>
          <p:nvPr>
            <p:ph idx="6" type="subTitle"/>
          </p:nvPr>
        </p:nvSpPr>
        <p:spPr>
          <a:xfrm>
            <a:off x="5327851" y="2348550"/>
            <a:ext cx="3234300" cy="433200"/>
          </a:xfrm>
          <a:prstGeom prst="rect">
            <a:avLst/>
          </a:prstGeom>
          <a:noFill/>
          <a:ln>
            <a:noFill/>
          </a:ln>
        </p:spPr>
        <p:txBody>
          <a:bodyPr anchorCtr="0" anchor="t" bIns="91425" lIns="91425" spcFirstLastPara="1" rIns="91425" wrap="square" tIns="91425">
            <a:spAutoFit/>
          </a:bodyPr>
          <a:lstStyle>
            <a:lvl1pPr lvl="0" algn="l">
              <a:lnSpc>
                <a:spcPct val="95000"/>
              </a:lnSpc>
              <a:spcBef>
                <a:spcPts val="0"/>
              </a:spcBef>
              <a:spcAft>
                <a:spcPts val="0"/>
              </a:spcAft>
              <a:buSzPts val="1700"/>
              <a:buNone/>
              <a:defRPr/>
            </a:lvl1pPr>
            <a:lvl2pPr lvl="1" algn="l">
              <a:lnSpc>
                <a:spcPct val="95000"/>
              </a:lnSpc>
              <a:spcBef>
                <a:spcPts val="0"/>
              </a:spcBef>
              <a:spcAft>
                <a:spcPts val="0"/>
              </a:spcAft>
              <a:buSzPts val="1700"/>
              <a:buNone/>
              <a:defRPr/>
            </a:lvl2pPr>
            <a:lvl3pPr lvl="2" algn="l">
              <a:lnSpc>
                <a:spcPct val="95000"/>
              </a:lnSpc>
              <a:spcBef>
                <a:spcPts val="0"/>
              </a:spcBef>
              <a:spcAft>
                <a:spcPts val="0"/>
              </a:spcAft>
              <a:buSzPts val="1700"/>
              <a:buNone/>
              <a:defRPr/>
            </a:lvl3pPr>
            <a:lvl4pPr lvl="3" algn="l">
              <a:lnSpc>
                <a:spcPct val="95000"/>
              </a:lnSpc>
              <a:spcBef>
                <a:spcPts val="0"/>
              </a:spcBef>
              <a:spcAft>
                <a:spcPts val="0"/>
              </a:spcAft>
              <a:buSzPts val="1700"/>
              <a:buNone/>
              <a:defRPr/>
            </a:lvl4pPr>
            <a:lvl5pPr lvl="4" algn="l">
              <a:lnSpc>
                <a:spcPct val="95000"/>
              </a:lnSpc>
              <a:spcBef>
                <a:spcPts val="0"/>
              </a:spcBef>
              <a:spcAft>
                <a:spcPts val="0"/>
              </a:spcAft>
              <a:buSzPts val="1700"/>
              <a:buNone/>
              <a:defRPr/>
            </a:lvl5pPr>
            <a:lvl6pPr lvl="5" algn="l">
              <a:lnSpc>
                <a:spcPct val="95000"/>
              </a:lnSpc>
              <a:spcBef>
                <a:spcPts val="0"/>
              </a:spcBef>
              <a:spcAft>
                <a:spcPts val="0"/>
              </a:spcAft>
              <a:buSzPts val="1700"/>
              <a:buNone/>
              <a:defRPr/>
            </a:lvl6pPr>
            <a:lvl7pPr lvl="6" algn="l">
              <a:lnSpc>
                <a:spcPct val="95000"/>
              </a:lnSpc>
              <a:spcBef>
                <a:spcPts val="0"/>
              </a:spcBef>
              <a:spcAft>
                <a:spcPts val="0"/>
              </a:spcAft>
              <a:buSzPts val="1700"/>
              <a:buNone/>
              <a:defRPr/>
            </a:lvl7pPr>
            <a:lvl8pPr lvl="7" algn="l">
              <a:lnSpc>
                <a:spcPct val="95000"/>
              </a:lnSpc>
              <a:spcBef>
                <a:spcPts val="0"/>
              </a:spcBef>
              <a:spcAft>
                <a:spcPts val="0"/>
              </a:spcAft>
              <a:buSzPts val="1700"/>
              <a:buNone/>
              <a:defRPr/>
            </a:lvl8pPr>
            <a:lvl9pPr lvl="8" algn="l">
              <a:lnSpc>
                <a:spcPct val="95000"/>
              </a:lnSpc>
              <a:spcBef>
                <a:spcPts val="0"/>
              </a:spcBef>
              <a:spcAft>
                <a:spcPts val="0"/>
              </a:spcAft>
              <a:buSzPts val="1700"/>
              <a:buNone/>
              <a:defRPr/>
            </a:lvl9pPr>
          </a:lstStyle>
          <a:p/>
        </p:txBody>
      </p:sp>
      <p:sp>
        <p:nvSpPr>
          <p:cNvPr id="201" name="Google Shape;201;p36"/>
          <p:cNvSpPr txBox="1"/>
          <p:nvPr>
            <p:ph idx="7" type="subTitle"/>
          </p:nvPr>
        </p:nvSpPr>
        <p:spPr>
          <a:xfrm>
            <a:off x="5327851" y="2802869"/>
            <a:ext cx="3234300" cy="433200"/>
          </a:xfrm>
          <a:prstGeom prst="rect">
            <a:avLst/>
          </a:prstGeom>
          <a:noFill/>
          <a:ln>
            <a:noFill/>
          </a:ln>
        </p:spPr>
        <p:txBody>
          <a:bodyPr anchorCtr="0" anchor="t" bIns="91425" lIns="91425" spcFirstLastPara="1" rIns="91425" wrap="square" tIns="91425">
            <a:spAutoFit/>
          </a:bodyPr>
          <a:lstStyle>
            <a:lvl1pPr lvl="0" algn="l">
              <a:lnSpc>
                <a:spcPct val="95000"/>
              </a:lnSpc>
              <a:spcBef>
                <a:spcPts val="0"/>
              </a:spcBef>
              <a:spcAft>
                <a:spcPts val="0"/>
              </a:spcAft>
              <a:buSzPts val="1700"/>
              <a:buNone/>
              <a:defRPr/>
            </a:lvl1pPr>
            <a:lvl2pPr lvl="1" algn="l">
              <a:lnSpc>
                <a:spcPct val="95000"/>
              </a:lnSpc>
              <a:spcBef>
                <a:spcPts val="0"/>
              </a:spcBef>
              <a:spcAft>
                <a:spcPts val="0"/>
              </a:spcAft>
              <a:buSzPts val="1700"/>
              <a:buNone/>
              <a:defRPr/>
            </a:lvl2pPr>
            <a:lvl3pPr lvl="2" algn="l">
              <a:lnSpc>
                <a:spcPct val="95000"/>
              </a:lnSpc>
              <a:spcBef>
                <a:spcPts val="0"/>
              </a:spcBef>
              <a:spcAft>
                <a:spcPts val="0"/>
              </a:spcAft>
              <a:buSzPts val="1700"/>
              <a:buNone/>
              <a:defRPr/>
            </a:lvl3pPr>
            <a:lvl4pPr lvl="3" algn="l">
              <a:lnSpc>
                <a:spcPct val="95000"/>
              </a:lnSpc>
              <a:spcBef>
                <a:spcPts val="0"/>
              </a:spcBef>
              <a:spcAft>
                <a:spcPts val="0"/>
              </a:spcAft>
              <a:buSzPts val="1700"/>
              <a:buNone/>
              <a:defRPr/>
            </a:lvl4pPr>
            <a:lvl5pPr lvl="4" algn="l">
              <a:lnSpc>
                <a:spcPct val="95000"/>
              </a:lnSpc>
              <a:spcBef>
                <a:spcPts val="0"/>
              </a:spcBef>
              <a:spcAft>
                <a:spcPts val="0"/>
              </a:spcAft>
              <a:buSzPts val="1700"/>
              <a:buNone/>
              <a:defRPr/>
            </a:lvl5pPr>
            <a:lvl6pPr lvl="5" algn="l">
              <a:lnSpc>
                <a:spcPct val="95000"/>
              </a:lnSpc>
              <a:spcBef>
                <a:spcPts val="0"/>
              </a:spcBef>
              <a:spcAft>
                <a:spcPts val="0"/>
              </a:spcAft>
              <a:buSzPts val="1700"/>
              <a:buNone/>
              <a:defRPr/>
            </a:lvl6pPr>
            <a:lvl7pPr lvl="6" algn="l">
              <a:lnSpc>
                <a:spcPct val="95000"/>
              </a:lnSpc>
              <a:spcBef>
                <a:spcPts val="0"/>
              </a:spcBef>
              <a:spcAft>
                <a:spcPts val="0"/>
              </a:spcAft>
              <a:buSzPts val="1700"/>
              <a:buNone/>
              <a:defRPr/>
            </a:lvl7pPr>
            <a:lvl8pPr lvl="7" algn="l">
              <a:lnSpc>
                <a:spcPct val="95000"/>
              </a:lnSpc>
              <a:spcBef>
                <a:spcPts val="0"/>
              </a:spcBef>
              <a:spcAft>
                <a:spcPts val="0"/>
              </a:spcAft>
              <a:buSzPts val="1700"/>
              <a:buNone/>
              <a:defRPr/>
            </a:lvl8pPr>
            <a:lvl9pPr lvl="8" algn="l">
              <a:lnSpc>
                <a:spcPct val="95000"/>
              </a:lnSpc>
              <a:spcBef>
                <a:spcPts val="0"/>
              </a:spcBef>
              <a:spcAft>
                <a:spcPts val="0"/>
              </a:spcAft>
              <a:buSzPts val="1700"/>
              <a:buNone/>
              <a:defRPr/>
            </a:lvl9pPr>
          </a:lstStyle>
          <a:p/>
        </p:txBody>
      </p:sp>
      <p:sp>
        <p:nvSpPr>
          <p:cNvPr id="202" name="Google Shape;202;p36"/>
          <p:cNvSpPr txBox="1"/>
          <p:nvPr>
            <p:ph idx="8" type="subTitle"/>
          </p:nvPr>
        </p:nvSpPr>
        <p:spPr>
          <a:xfrm>
            <a:off x="5327851" y="3257187"/>
            <a:ext cx="3234300" cy="433200"/>
          </a:xfrm>
          <a:prstGeom prst="rect">
            <a:avLst/>
          </a:prstGeom>
          <a:noFill/>
          <a:ln>
            <a:noFill/>
          </a:ln>
        </p:spPr>
        <p:txBody>
          <a:bodyPr anchorCtr="0" anchor="t" bIns="91425" lIns="91425" spcFirstLastPara="1" rIns="91425" wrap="square" tIns="91425">
            <a:spAutoFit/>
          </a:bodyPr>
          <a:lstStyle>
            <a:lvl1pPr lvl="0" algn="l">
              <a:lnSpc>
                <a:spcPct val="95000"/>
              </a:lnSpc>
              <a:spcBef>
                <a:spcPts val="0"/>
              </a:spcBef>
              <a:spcAft>
                <a:spcPts val="0"/>
              </a:spcAft>
              <a:buSzPts val="1700"/>
              <a:buNone/>
              <a:defRPr/>
            </a:lvl1pPr>
            <a:lvl2pPr lvl="1" algn="l">
              <a:lnSpc>
                <a:spcPct val="95000"/>
              </a:lnSpc>
              <a:spcBef>
                <a:spcPts val="0"/>
              </a:spcBef>
              <a:spcAft>
                <a:spcPts val="0"/>
              </a:spcAft>
              <a:buSzPts val="1700"/>
              <a:buNone/>
              <a:defRPr/>
            </a:lvl2pPr>
            <a:lvl3pPr lvl="2" algn="l">
              <a:lnSpc>
                <a:spcPct val="95000"/>
              </a:lnSpc>
              <a:spcBef>
                <a:spcPts val="0"/>
              </a:spcBef>
              <a:spcAft>
                <a:spcPts val="0"/>
              </a:spcAft>
              <a:buSzPts val="1700"/>
              <a:buNone/>
              <a:defRPr/>
            </a:lvl3pPr>
            <a:lvl4pPr lvl="3" algn="l">
              <a:lnSpc>
                <a:spcPct val="95000"/>
              </a:lnSpc>
              <a:spcBef>
                <a:spcPts val="0"/>
              </a:spcBef>
              <a:spcAft>
                <a:spcPts val="0"/>
              </a:spcAft>
              <a:buSzPts val="1700"/>
              <a:buNone/>
              <a:defRPr/>
            </a:lvl4pPr>
            <a:lvl5pPr lvl="4" algn="l">
              <a:lnSpc>
                <a:spcPct val="95000"/>
              </a:lnSpc>
              <a:spcBef>
                <a:spcPts val="0"/>
              </a:spcBef>
              <a:spcAft>
                <a:spcPts val="0"/>
              </a:spcAft>
              <a:buSzPts val="1700"/>
              <a:buNone/>
              <a:defRPr/>
            </a:lvl5pPr>
            <a:lvl6pPr lvl="5" algn="l">
              <a:lnSpc>
                <a:spcPct val="95000"/>
              </a:lnSpc>
              <a:spcBef>
                <a:spcPts val="0"/>
              </a:spcBef>
              <a:spcAft>
                <a:spcPts val="0"/>
              </a:spcAft>
              <a:buSzPts val="1700"/>
              <a:buNone/>
              <a:defRPr/>
            </a:lvl6pPr>
            <a:lvl7pPr lvl="6" algn="l">
              <a:lnSpc>
                <a:spcPct val="95000"/>
              </a:lnSpc>
              <a:spcBef>
                <a:spcPts val="0"/>
              </a:spcBef>
              <a:spcAft>
                <a:spcPts val="0"/>
              </a:spcAft>
              <a:buSzPts val="1700"/>
              <a:buNone/>
              <a:defRPr/>
            </a:lvl7pPr>
            <a:lvl8pPr lvl="7" algn="l">
              <a:lnSpc>
                <a:spcPct val="95000"/>
              </a:lnSpc>
              <a:spcBef>
                <a:spcPts val="0"/>
              </a:spcBef>
              <a:spcAft>
                <a:spcPts val="0"/>
              </a:spcAft>
              <a:buSzPts val="1700"/>
              <a:buNone/>
              <a:defRPr/>
            </a:lvl8pPr>
            <a:lvl9pPr lvl="8" algn="l">
              <a:lnSpc>
                <a:spcPct val="95000"/>
              </a:lnSpc>
              <a:spcBef>
                <a:spcPts val="0"/>
              </a:spcBef>
              <a:spcAft>
                <a:spcPts val="0"/>
              </a:spcAft>
              <a:buSzPts val="1700"/>
              <a:buNone/>
              <a:defRPr/>
            </a:lvl9pPr>
          </a:lstStyle>
          <a:p/>
        </p:txBody>
      </p:sp>
      <p:sp>
        <p:nvSpPr>
          <p:cNvPr id="203" name="Google Shape;203;p36"/>
          <p:cNvSpPr txBox="1"/>
          <p:nvPr>
            <p:ph idx="9" type="subTitle"/>
          </p:nvPr>
        </p:nvSpPr>
        <p:spPr>
          <a:xfrm>
            <a:off x="5327851" y="3711506"/>
            <a:ext cx="3234300" cy="433200"/>
          </a:xfrm>
          <a:prstGeom prst="rect">
            <a:avLst/>
          </a:prstGeom>
          <a:noFill/>
          <a:ln>
            <a:noFill/>
          </a:ln>
        </p:spPr>
        <p:txBody>
          <a:bodyPr anchorCtr="0" anchor="t" bIns="91425" lIns="91425" spcFirstLastPara="1" rIns="91425" wrap="square" tIns="91425">
            <a:spAutoFit/>
          </a:bodyPr>
          <a:lstStyle>
            <a:lvl1pPr lvl="0" algn="l">
              <a:lnSpc>
                <a:spcPct val="95000"/>
              </a:lnSpc>
              <a:spcBef>
                <a:spcPts val="0"/>
              </a:spcBef>
              <a:spcAft>
                <a:spcPts val="0"/>
              </a:spcAft>
              <a:buSzPts val="1700"/>
              <a:buNone/>
              <a:defRPr/>
            </a:lvl1pPr>
            <a:lvl2pPr lvl="1" algn="l">
              <a:lnSpc>
                <a:spcPct val="95000"/>
              </a:lnSpc>
              <a:spcBef>
                <a:spcPts val="0"/>
              </a:spcBef>
              <a:spcAft>
                <a:spcPts val="0"/>
              </a:spcAft>
              <a:buSzPts val="1700"/>
              <a:buNone/>
              <a:defRPr/>
            </a:lvl2pPr>
            <a:lvl3pPr lvl="2" algn="l">
              <a:lnSpc>
                <a:spcPct val="95000"/>
              </a:lnSpc>
              <a:spcBef>
                <a:spcPts val="0"/>
              </a:spcBef>
              <a:spcAft>
                <a:spcPts val="0"/>
              </a:spcAft>
              <a:buSzPts val="1700"/>
              <a:buNone/>
              <a:defRPr/>
            </a:lvl3pPr>
            <a:lvl4pPr lvl="3" algn="l">
              <a:lnSpc>
                <a:spcPct val="95000"/>
              </a:lnSpc>
              <a:spcBef>
                <a:spcPts val="0"/>
              </a:spcBef>
              <a:spcAft>
                <a:spcPts val="0"/>
              </a:spcAft>
              <a:buSzPts val="1700"/>
              <a:buNone/>
              <a:defRPr/>
            </a:lvl4pPr>
            <a:lvl5pPr lvl="4" algn="l">
              <a:lnSpc>
                <a:spcPct val="95000"/>
              </a:lnSpc>
              <a:spcBef>
                <a:spcPts val="0"/>
              </a:spcBef>
              <a:spcAft>
                <a:spcPts val="0"/>
              </a:spcAft>
              <a:buSzPts val="1700"/>
              <a:buNone/>
              <a:defRPr/>
            </a:lvl5pPr>
            <a:lvl6pPr lvl="5" algn="l">
              <a:lnSpc>
                <a:spcPct val="95000"/>
              </a:lnSpc>
              <a:spcBef>
                <a:spcPts val="0"/>
              </a:spcBef>
              <a:spcAft>
                <a:spcPts val="0"/>
              </a:spcAft>
              <a:buSzPts val="1700"/>
              <a:buNone/>
              <a:defRPr/>
            </a:lvl6pPr>
            <a:lvl7pPr lvl="6" algn="l">
              <a:lnSpc>
                <a:spcPct val="95000"/>
              </a:lnSpc>
              <a:spcBef>
                <a:spcPts val="0"/>
              </a:spcBef>
              <a:spcAft>
                <a:spcPts val="0"/>
              </a:spcAft>
              <a:buSzPts val="1700"/>
              <a:buNone/>
              <a:defRPr/>
            </a:lvl7pPr>
            <a:lvl8pPr lvl="7" algn="l">
              <a:lnSpc>
                <a:spcPct val="95000"/>
              </a:lnSpc>
              <a:spcBef>
                <a:spcPts val="0"/>
              </a:spcBef>
              <a:spcAft>
                <a:spcPts val="0"/>
              </a:spcAft>
              <a:buSzPts val="1700"/>
              <a:buNone/>
              <a:defRPr/>
            </a:lvl8pPr>
            <a:lvl9pPr lvl="8" algn="l">
              <a:lnSpc>
                <a:spcPct val="95000"/>
              </a:lnSpc>
              <a:spcBef>
                <a:spcPts val="0"/>
              </a:spcBef>
              <a:spcAft>
                <a:spcPts val="0"/>
              </a:spcAft>
              <a:buSzPts val="1700"/>
              <a:buNone/>
              <a:defRPr/>
            </a:lvl9pPr>
          </a:lstStyle>
          <a:p/>
        </p:txBody>
      </p:sp>
      <p:sp>
        <p:nvSpPr>
          <p:cNvPr id="204" name="Google Shape;204;p36"/>
          <p:cNvSpPr txBox="1"/>
          <p:nvPr>
            <p:ph idx="13" type="subTitle"/>
          </p:nvPr>
        </p:nvSpPr>
        <p:spPr>
          <a:xfrm>
            <a:off x="5327851" y="4165824"/>
            <a:ext cx="3234300" cy="433200"/>
          </a:xfrm>
          <a:prstGeom prst="rect">
            <a:avLst/>
          </a:prstGeom>
          <a:noFill/>
          <a:ln>
            <a:noFill/>
          </a:ln>
        </p:spPr>
        <p:txBody>
          <a:bodyPr anchorCtr="0" anchor="t" bIns="91425" lIns="91425" spcFirstLastPara="1" rIns="91425" wrap="square" tIns="91425">
            <a:spAutoFit/>
          </a:bodyPr>
          <a:lstStyle>
            <a:lvl1pPr lvl="0" algn="l">
              <a:lnSpc>
                <a:spcPct val="95000"/>
              </a:lnSpc>
              <a:spcBef>
                <a:spcPts val="0"/>
              </a:spcBef>
              <a:spcAft>
                <a:spcPts val="0"/>
              </a:spcAft>
              <a:buSzPts val="1700"/>
              <a:buNone/>
              <a:defRPr/>
            </a:lvl1pPr>
            <a:lvl2pPr lvl="1" algn="l">
              <a:lnSpc>
                <a:spcPct val="95000"/>
              </a:lnSpc>
              <a:spcBef>
                <a:spcPts val="0"/>
              </a:spcBef>
              <a:spcAft>
                <a:spcPts val="0"/>
              </a:spcAft>
              <a:buSzPts val="1700"/>
              <a:buNone/>
              <a:defRPr/>
            </a:lvl2pPr>
            <a:lvl3pPr lvl="2" algn="l">
              <a:lnSpc>
                <a:spcPct val="95000"/>
              </a:lnSpc>
              <a:spcBef>
                <a:spcPts val="0"/>
              </a:spcBef>
              <a:spcAft>
                <a:spcPts val="0"/>
              </a:spcAft>
              <a:buSzPts val="1700"/>
              <a:buNone/>
              <a:defRPr/>
            </a:lvl3pPr>
            <a:lvl4pPr lvl="3" algn="l">
              <a:lnSpc>
                <a:spcPct val="95000"/>
              </a:lnSpc>
              <a:spcBef>
                <a:spcPts val="0"/>
              </a:spcBef>
              <a:spcAft>
                <a:spcPts val="0"/>
              </a:spcAft>
              <a:buSzPts val="1700"/>
              <a:buNone/>
              <a:defRPr/>
            </a:lvl4pPr>
            <a:lvl5pPr lvl="4" algn="l">
              <a:lnSpc>
                <a:spcPct val="95000"/>
              </a:lnSpc>
              <a:spcBef>
                <a:spcPts val="0"/>
              </a:spcBef>
              <a:spcAft>
                <a:spcPts val="0"/>
              </a:spcAft>
              <a:buSzPts val="1700"/>
              <a:buNone/>
              <a:defRPr/>
            </a:lvl5pPr>
            <a:lvl6pPr lvl="5" algn="l">
              <a:lnSpc>
                <a:spcPct val="95000"/>
              </a:lnSpc>
              <a:spcBef>
                <a:spcPts val="0"/>
              </a:spcBef>
              <a:spcAft>
                <a:spcPts val="0"/>
              </a:spcAft>
              <a:buSzPts val="1700"/>
              <a:buNone/>
              <a:defRPr/>
            </a:lvl6pPr>
            <a:lvl7pPr lvl="6" algn="l">
              <a:lnSpc>
                <a:spcPct val="95000"/>
              </a:lnSpc>
              <a:spcBef>
                <a:spcPts val="0"/>
              </a:spcBef>
              <a:spcAft>
                <a:spcPts val="0"/>
              </a:spcAft>
              <a:buSzPts val="1700"/>
              <a:buNone/>
              <a:defRPr/>
            </a:lvl7pPr>
            <a:lvl8pPr lvl="7" algn="l">
              <a:lnSpc>
                <a:spcPct val="95000"/>
              </a:lnSpc>
              <a:spcBef>
                <a:spcPts val="0"/>
              </a:spcBef>
              <a:spcAft>
                <a:spcPts val="0"/>
              </a:spcAft>
              <a:buSzPts val="1700"/>
              <a:buNone/>
              <a:defRPr/>
            </a:lvl8pPr>
            <a:lvl9pPr lvl="8" algn="l">
              <a:lnSpc>
                <a:spcPct val="95000"/>
              </a:lnSpc>
              <a:spcBef>
                <a:spcPts val="0"/>
              </a:spcBef>
              <a:spcAft>
                <a:spcPts val="0"/>
              </a:spcAft>
              <a:buSzPts val="17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s" type="tx">
  <p:cSld name="TITLE_AND_BODY">
    <p:bg>
      <p:bgPr>
        <a:solidFill>
          <a:schemeClr val="lt1"/>
        </a:solidFill>
      </p:bgPr>
    </p:bg>
    <p:spTree>
      <p:nvGrpSpPr>
        <p:cNvPr id="205" name="Shape 205"/>
        <p:cNvGrpSpPr/>
        <p:nvPr/>
      </p:nvGrpSpPr>
      <p:grpSpPr>
        <a:xfrm>
          <a:off x="0" y="0"/>
          <a:ext cx="0" cy="0"/>
          <a:chOff x="0" y="0"/>
          <a:chExt cx="0" cy="0"/>
        </a:xfrm>
      </p:grpSpPr>
      <p:sp>
        <p:nvSpPr>
          <p:cNvPr id="206" name="Google Shape;206;p37"/>
          <p:cNvSpPr/>
          <p:nvPr>
            <p:ph idx="2" type="pic"/>
          </p:nvPr>
        </p:nvSpPr>
        <p:spPr>
          <a:xfrm rot="299990">
            <a:off x="716131" y="2331244"/>
            <a:ext cx="3686628" cy="2455534"/>
          </a:xfrm>
          <a:prstGeom prst="snip1Rect">
            <a:avLst>
              <a:gd fmla="val 16667" name="adj"/>
            </a:avLst>
          </a:prstGeom>
          <a:noFill/>
          <a:ln>
            <a:noFill/>
          </a:ln>
        </p:spPr>
      </p:sp>
      <p:sp>
        <p:nvSpPr>
          <p:cNvPr id="207" name="Google Shape;207;p37"/>
          <p:cNvSpPr/>
          <p:nvPr>
            <p:ph idx="3" type="pic"/>
          </p:nvPr>
        </p:nvSpPr>
        <p:spPr>
          <a:xfrm rot="-300269">
            <a:off x="4741294" y="2331368"/>
            <a:ext cx="3686654" cy="2455534"/>
          </a:xfrm>
          <a:prstGeom prst="snip1Rect">
            <a:avLst>
              <a:gd fmla="val 16667" name="adj"/>
            </a:avLst>
          </a:prstGeom>
          <a:noFill/>
          <a:ln>
            <a:noFill/>
          </a:ln>
        </p:spPr>
      </p:sp>
      <p:sp>
        <p:nvSpPr>
          <p:cNvPr id="208" name="Google Shape;208;p37"/>
          <p:cNvSpPr txBox="1"/>
          <p:nvPr>
            <p:ph type="title"/>
          </p:nvPr>
        </p:nvSpPr>
        <p:spPr>
          <a:xfrm>
            <a:off x="333925" y="587150"/>
            <a:ext cx="8475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9" name="Google Shape;209;p37"/>
          <p:cNvSpPr txBox="1"/>
          <p:nvPr>
            <p:ph idx="1" type="body"/>
          </p:nvPr>
        </p:nvSpPr>
        <p:spPr>
          <a:xfrm>
            <a:off x="333925" y="1163150"/>
            <a:ext cx="8475600" cy="7080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SzPts val="1700"/>
              <a:buChar char="●"/>
              <a:defRPr/>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210" name="Google Shape;210;p37"/>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37"/>
          <p:cNvSpPr txBox="1"/>
          <p:nvPr>
            <p:ph idx="4"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12" name="Google Shape;212;p37"/>
          <p:cNvSpPr txBox="1"/>
          <p:nvPr>
            <p:ph idx="5"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ITLE_AND_BODY_1">
    <p:bg>
      <p:bgPr>
        <a:solidFill>
          <a:schemeClr val="lt1"/>
        </a:solidFill>
      </p:bgPr>
    </p:bg>
    <p:spTree>
      <p:nvGrpSpPr>
        <p:cNvPr id="213" name="Shape 213"/>
        <p:cNvGrpSpPr/>
        <p:nvPr/>
      </p:nvGrpSpPr>
      <p:grpSpPr>
        <a:xfrm>
          <a:off x="0" y="0"/>
          <a:ext cx="0" cy="0"/>
          <a:chOff x="0" y="0"/>
          <a:chExt cx="0" cy="0"/>
        </a:xfrm>
      </p:grpSpPr>
      <p:sp>
        <p:nvSpPr>
          <p:cNvPr id="214" name="Google Shape;214;p38"/>
          <p:cNvSpPr/>
          <p:nvPr>
            <p:ph idx="2" type="pic"/>
          </p:nvPr>
        </p:nvSpPr>
        <p:spPr>
          <a:xfrm rot="299990">
            <a:off x="716131" y="2331244"/>
            <a:ext cx="3686628" cy="2455534"/>
          </a:xfrm>
          <a:prstGeom prst="snip1Rect">
            <a:avLst>
              <a:gd fmla="val 16667" name="adj"/>
            </a:avLst>
          </a:prstGeom>
          <a:noFill/>
          <a:ln>
            <a:noFill/>
          </a:ln>
        </p:spPr>
      </p:sp>
      <p:sp>
        <p:nvSpPr>
          <p:cNvPr id="215" name="Google Shape;215;p38"/>
          <p:cNvSpPr/>
          <p:nvPr>
            <p:ph idx="3" type="pic"/>
          </p:nvPr>
        </p:nvSpPr>
        <p:spPr>
          <a:xfrm rot="-300269">
            <a:off x="4741294" y="2331368"/>
            <a:ext cx="3686654" cy="2455534"/>
          </a:xfrm>
          <a:prstGeom prst="snip1Rect">
            <a:avLst>
              <a:gd fmla="val 16667" name="adj"/>
            </a:avLst>
          </a:prstGeom>
          <a:noFill/>
          <a:ln>
            <a:noFill/>
          </a:ln>
        </p:spPr>
      </p:sp>
      <p:sp>
        <p:nvSpPr>
          <p:cNvPr id="216" name="Google Shape;216;p38"/>
          <p:cNvSpPr txBox="1"/>
          <p:nvPr>
            <p:ph type="title"/>
          </p:nvPr>
        </p:nvSpPr>
        <p:spPr>
          <a:xfrm>
            <a:off x="333925" y="587150"/>
            <a:ext cx="8475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7" name="Google Shape;217;p38"/>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218" name="Google Shape;218;p38"/>
          <p:cNvSpPr txBox="1"/>
          <p:nvPr>
            <p:ph idx="1" type="subTitle"/>
          </p:nvPr>
        </p:nvSpPr>
        <p:spPr>
          <a:xfrm>
            <a:off x="381082" y="1182925"/>
            <a:ext cx="4149000" cy="35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19" name="Google Shape;219;p38"/>
          <p:cNvSpPr txBox="1"/>
          <p:nvPr>
            <p:ph idx="4" type="body"/>
          </p:nvPr>
        </p:nvSpPr>
        <p:spPr>
          <a:xfrm>
            <a:off x="381082" y="1521627"/>
            <a:ext cx="4149000" cy="646500"/>
          </a:xfrm>
          <a:prstGeom prst="rect">
            <a:avLst/>
          </a:prstGeom>
          <a:noFill/>
          <a:ln>
            <a:noFill/>
          </a:ln>
        </p:spPr>
        <p:txBody>
          <a:bodyPr anchorCtr="0" anchor="t" bIns="91425" lIns="91425" spcFirstLastPara="1" rIns="91425" wrap="square" tIns="91425">
            <a:spAutoFit/>
          </a:bodyPr>
          <a:lstStyle>
            <a:lvl1pPr indent="-292100" lvl="0" marL="457200" algn="l">
              <a:lnSpc>
                <a:spcPct val="100000"/>
              </a:lnSpc>
              <a:spcBef>
                <a:spcPts val="0"/>
              </a:spcBef>
              <a:spcAft>
                <a:spcPts val="0"/>
              </a:spcAft>
              <a:buSzPts val="1000"/>
              <a:buChar char="●"/>
              <a:defRPr sz="1000"/>
            </a:lvl1pPr>
            <a:lvl2pPr indent="-292100" lvl="1" marL="914400" algn="l">
              <a:lnSpc>
                <a:spcPct val="100000"/>
              </a:lnSpc>
              <a:spcBef>
                <a:spcPts val="0"/>
              </a:spcBef>
              <a:spcAft>
                <a:spcPts val="0"/>
              </a:spcAft>
              <a:buSzPts val="1000"/>
              <a:buChar char="○"/>
              <a:defRPr sz="1000"/>
            </a:lvl2pPr>
            <a:lvl3pPr indent="-292100" lvl="2" marL="1371600" algn="l">
              <a:lnSpc>
                <a:spcPct val="100000"/>
              </a:lnSpc>
              <a:spcBef>
                <a:spcPts val="0"/>
              </a:spcBef>
              <a:spcAft>
                <a:spcPts val="0"/>
              </a:spcAft>
              <a:buSzPts val="1000"/>
              <a:buChar char="■"/>
              <a:defRPr sz="1000"/>
            </a:lvl3pPr>
            <a:lvl4pPr indent="-292100" lvl="3" marL="1828800" algn="l">
              <a:lnSpc>
                <a:spcPct val="100000"/>
              </a:lnSpc>
              <a:spcBef>
                <a:spcPts val="0"/>
              </a:spcBef>
              <a:spcAft>
                <a:spcPts val="0"/>
              </a:spcAft>
              <a:buSzPts val="1000"/>
              <a:buChar char="●"/>
              <a:defRPr sz="1000"/>
            </a:lvl4pPr>
            <a:lvl5pPr indent="-292100" lvl="4" marL="2286000" algn="l">
              <a:lnSpc>
                <a:spcPct val="100000"/>
              </a:lnSpc>
              <a:spcBef>
                <a:spcPts val="0"/>
              </a:spcBef>
              <a:spcAft>
                <a:spcPts val="0"/>
              </a:spcAft>
              <a:buSzPts val="1000"/>
              <a:buChar char="○"/>
              <a:defRPr sz="1000"/>
            </a:lvl5pPr>
            <a:lvl6pPr indent="-292100" lvl="5" marL="2743200" algn="l">
              <a:lnSpc>
                <a:spcPct val="100000"/>
              </a:lnSpc>
              <a:spcBef>
                <a:spcPts val="0"/>
              </a:spcBef>
              <a:spcAft>
                <a:spcPts val="0"/>
              </a:spcAft>
              <a:buSzPts val="1000"/>
              <a:buChar char="■"/>
              <a:defRPr sz="1000"/>
            </a:lvl6pPr>
            <a:lvl7pPr indent="-292100" lvl="6" marL="3200400" algn="l">
              <a:lnSpc>
                <a:spcPct val="100000"/>
              </a:lnSpc>
              <a:spcBef>
                <a:spcPts val="0"/>
              </a:spcBef>
              <a:spcAft>
                <a:spcPts val="0"/>
              </a:spcAft>
              <a:buSzPts val="1000"/>
              <a:buChar char="●"/>
              <a:defRPr sz="1000"/>
            </a:lvl7pPr>
            <a:lvl8pPr indent="-292100" lvl="7" marL="3657600" algn="l">
              <a:lnSpc>
                <a:spcPct val="100000"/>
              </a:lnSpc>
              <a:spcBef>
                <a:spcPts val="0"/>
              </a:spcBef>
              <a:spcAft>
                <a:spcPts val="0"/>
              </a:spcAft>
              <a:buSzPts val="1000"/>
              <a:buChar char="○"/>
              <a:defRPr sz="1000"/>
            </a:lvl8pPr>
            <a:lvl9pPr indent="-292100" lvl="8" marL="4114800" algn="l">
              <a:lnSpc>
                <a:spcPct val="100000"/>
              </a:lnSpc>
              <a:spcBef>
                <a:spcPts val="0"/>
              </a:spcBef>
              <a:spcAft>
                <a:spcPts val="0"/>
              </a:spcAft>
              <a:buSzPts val="1000"/>
              <a:buChar char="■"/>
              <a:defRPr sz="1000"/>
            </a:lvl9pPr>
          </a:lstStyle>
          <a:p/>
        </p:txBody>
      </p:sp>
      <p:sp>
        <p:nvSpPr>
          <p:cNvPr id="220" name="Google Shape;220;p38"/>
          <p:cNvSpPr txBox="1"/>
          <p:nvPr>
            <p:ph idx="5" type="subTitle"/>
          </p:nvPr>
        </p:nvSpPr>
        <p:spPr>
          <a:xfrm>
            <a:off x="4566932" y="1182925"/>
            <a:ext cx="4149000" cy="35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21" name="Google Shape;221;p38"/>
          <p:cNvSpPr txBox="1"/>
          <p:nvPr>
            <p:ph idx="6" type="body"/>
          </p:nvPr>
        </p:nvSpPr>
        <p:spPr>
          <a:xfrm>
            <a:off x="4566932" y="1521627"/>
            <a:ext cx="4149000" cy="646500"/>
          </a:xfrm>
          <a:prstGeom prst="rect">
            <a:avLst/>
          </a:prstGeom>
          <a:noFill/>
          <a:ln>
            <a:noFill/>
          </a:ln>
        </p:spPr>
        <p:txBody>
          <a:bodyPr anchorCtr="0" anchor="t" bIns="91425" lIns="91425" spcFirstLastPara="1" rIns="91425" wrap="square" tIns="91425">
            <a:spAutoFit/>
          </a:bodyPr>
          <a:lstStyle>
            <a:lvl1pPr indent="-292100" lvl="0" marL="457200" algn="l">
              <a:lnSpc>
                <a:spcPct val="100000"/>
              </a:lnSpc>
              <a:spcBef>
                <a:spcPts val="0"/>
              </a:spcBef>
              <a:spcAft>
                <a:spcPts val="0"/>
              </a:spcAft>
              <a:buSzPts val="1000"/>
              <a:buChar char="●"/>
              <a:defRPr sz="1000"/>
            </a:lvl1pPr>
            <a:lvl2pPr indent="-292100" lvl="1" marL="914400" algn="l">
              <a:lnSpc>
                <a:spcPct val="100000"/>
              </a:lnSpc>
              <a:spcBef>
                <a:spcPts val="0"/>
              </a:spcBef>
              <a:spcAft>
                <a:spcPts val="0"/>
              </a:spcAft>
              <a:buSzPts val="1000"/>
              <a:buChar char="○"/>
              <a:defRPr sz="1000"/>
            </a:lvl2pPr>
            <a:lvl3pPr indent="-292100" lvl="2" marL="1371600" algn="l">
              <a:lnSpc>
                <a:spcPct val="100000"/>
              </a:lnSpc>
              <a:spcBef>
                <a:spcPts val="0"/>
              </a:spcBef>
              <a:spcAft>
                <a:spcPts val="0"/>
              </a:spcAft>
              <a:buSzPts val="1000"/>
              <a:buChar char="■"/>
              <a:defRPr sz="1000"/>
            </a:lvl3pPr>
            <a:lvl4pPr indent="-292100" lvl="3" marL="1828800" algn="l">
              <a:lnSpc>
                <a:spcPct val="100000"/>
              </a:lnSpc>
              <a:spcBef>
                <a:spcPts val="0"/>
              </a:spcBef>
              <a:spcAft>
                <a:spcPts val="0"/>
              </a:spcAft>
              <a:buSzPts val="1000"/>
              <a:buChar char="●"/>
              <a:defRPr sz="1000"/>
            </a:lvl4pPr>
            <a:lvl5pPr indent="-292100" lvl="4" marL="2286000" algn="l">
              <a:lnSpc>
                <a:spcPct val="100000"/>
              </a:lnSpc>
              <a:spcBef>
                <a:spcPts val="0"/>
              </a:spcBef>
              <a:spcAft>
                <a:spcPts val="0"/>
              </a:spcAft>
              <a:buSzPts val="1000"/>
              <a:buChar char="○"/>
              <a:defRPr sz="1000"/>
            </a:lvl5pPr>
            <a:lvl6pPr indent="-292100" lvl="5" marL="2743200" algn="l">
              <a:lnSpc>
                <a:spcPct val="100000"/>
              </a:lnSpc>
              <a:spcBef>
                <a:spcPts val="0"/>
              </a:spcBef>
              <a:spcAft>
                <a:spcPts val="0"/>
              </a:spcAft>
              <a:buSzPts val="1000"/>
              <a:buChar char="■"/>
              <a:defRPr sz="1000"/>
            </a:lvl6pPr>
            <a:lvl7pPr indent="-292100" lvl="6" marL="3200400" algn="l">
              <a:lnSpc>
                <a:spcPct val="100000"/>
              </a:lnSpc>
              <a:spcBef>
                <a:spcPts val="0"/>
              </a:spcBef>
              <a:spcAft>
                <a:spcPts val="0"/>
              </a:spcAft>
              <a:buSzPts val="1000"/>
              <a:buChar char="●"/>
              <a:defRPr sz="1000"/>
            </a:lvl7pPr>
            <a:lvl8pPr indent="-292100" lvl="7" marL="3657600" algn="l">
              <a:lnSpc>
                <a:spcPct val="100000"/>
              </a:lnSpc>
              <a:spcBef>
                <a:spcPts val="0"/>
              </a:spcBef>
              <a:spcAft>
                <a:spcPts val="0"/>
              </a:spcAft>
              <a:buSzPts val="1000"/>
              <a:buChar char="○"/>
              <a:defRPr sz="1000"/>
            </a:lvl8pPr>
            <a:lvl9pPr indent="-292100" lvl="8" marL="4114800" algn="l">
              <a:lnSpc>
                <a:spcPct val="100000"/>
              </a:lnSpc>
              <a:spcBef>
                <a:spcPts val="0"/>
              </a:spcBef>
              <a:spcAft>
                <a:spcPts val="0"/>
              </a:spcAft>
              <a:buSzPts val="1000"/>
              <a:buChar char="■"/>
              <a:defRPr sz="1000"/>
            </a:lvl9pPr>
          </a:lstStyle>
          <a:p/>
        </p:txBody>
      </p:sp>
      <p:sp>
        <p:nvSpPr>
          <p:cNvPr id="222" name="Google Shape;222;p38"/>
          <p:cNvSpPr txBox="1"/>
          <p:nvPr>
            <p:ph idx="7"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23" name="Google Shape;223;p38"/>
          <p:cNvSpPr txBox="1"/>
          <p:nvPr>
            <p:ph idx="8"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type="twoColTx">
  <p:cSld name="TITLE_AND_TWO_COLUMNS">
    <p:bg>
      <p:bgPr>
        <a:solidFill>
          <a:schemeClr val="lt1"/>
        </a:solidFill>
      </p:bgPr>
    </p:bg>
    <p:spTree>
      <p:nvGrpSpPr>
        <p:cNvPr id="224" name="Shape 224"/>
        <p:cNvGrpSpPr/>
        <p:nvPr/>
      </p:nvGrpSpPr>
      <p:grpSpPr>
        <a:xfrm>
          <a:off x="0" y="0"/>
          <a:ext cx="0" cy="0"/>
          <a:chOff x="0" y="0"/>
          <a:chExt cx="0" cy="0"/>
        </a:xfrm>
      </p:grpSpPr>
      <p:grpSp>
        <p:nvGrpSpPr>
          <p:cNvPr id="225" name="Google Shape;225;p39"/>
          <p:cNvGrpSpPr/>
          <p:nvPr/>
        </p:nvGrpSpPr>
        <p:grpSpPr>
          <a:xfrm>
            <a:off x="0" y="-444969"/>
            <a:ext cx="9144000" cy="5588569"/>
            <a:chOff x="0" y="-444969"/>
            <a:chExt cx="9144000" cy="5588569"/>
          </a:xfrm>
        </p:grpSpPr>
        <p:grpSp>
          <p:nvGrpSpPr>
            <p:cNvPr id="226" name="Google Shape;226;p39"/>
            <p:cNvGrpSpPr/>
            <p:nvPr/>
          </p:nvGrpSpPr>
          <p:grpSpPr>
            <a:xfrm>
              <a:off x="0" y="100"/>
              <a:ext cx="9144000" cy="5143500"/>
              <a:chOff x="0" y="100"/>
              <a:chExt cx="9144000" cy="5143500"/>
            </a:xfrm>
          </p:grpSpPr>
          <p:sp>
            <p:nvSpPr>
              <p:cNvPr id="227" name="Google Shape;227;p39"/>
              <p:cNvSpPr/>
              <p:nvPr/>
            </p:nvSpPr>
            <p:spPr>
              <a:xfrm>
                <a:off x="0" y="100"/>
                <a:ext cx="9144000" cy="5143500"/>
              </a:xfrm>
              <a:prstGeom prst="snip1Rect">
                <a:avLst>
                  <a:gd fmla="val 40868"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Inter Tight"/>
                  <a:ea typeface="Inter Tight"/>
                  <a:cs typeface="Inter Tight"/>
                  <a:sym typeface="Inter Tight"/>
                </a:endParaRPr>
              </a:p>
            </p:txBody>
          </p:sp>
          <p:sp>
            <p:nvSpPr>
              <p:cNvPr id="228" name="Google Shape;228;p39"/>
              <p:cNvSpPr/>
              <p:nvPr/>
            </p:nvSpPr>
            <p:spPr>
              <a:xfrm rot="10800000">
                <a:off x="7036475" y="1219850"/>
                <a:ext cx="2107500" cy="1861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Inter Tight"/>
                  <a:ea typeface="Inter Tight"/>
                  <a:cs typeface="Inter Tight"/>
                  <a:sym typeface="Inter Tight"/>
                </a:endParaRPr>
              </a:p>
            </p:txBody>
          </p:sp>
        </p:grpSp>
        <p:sp>
          <p:nvSpPr>
            <p:cNvPr id="229" name="Google Shape;229;p39"/>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grpSp>
      <p:sp>
        <p:nvSpPr>
          <p:cNvPr id="230" name="Google Shape;230;p39"/>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231" name="Google Shape;231;p39"/>
          <p:cNvSpPr txBox="1"/>
          <p:nvPr>
            <p:ph type="title"/>
          </p:nvPr>
        </p:nvSpPr>
        <p:spPr>
          <a:xfrm>
            <a:off x="2479675" y="1637413"/>
            <a:ext cx="41847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232" name="Google Shape;232;p39"/>
          <p:cNvSpPr txBox="1"/>
          <p:nvPr>
            <p:ph idx="1" type="body"/>
          </p:nvPr>
        </p:nvSpPr>
        <p:spPr>
          <a:xfrm>
            <a:off x="2479675" y="2291377"/>
            <a:ext cx="4184700" cy="22881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Clr>
                <a:schemeClr val="lt1"/>
              </a:buClr>
              <a:buSzPts val="1700"/>
              <a:buChar char="●"/>
              <a:defRPr>
                <a:solidFill>
                  <a:schemeClr val="lt1"/>
                </a:solidFill>
              </a:defRPr>
            </a:lvl1pPr>
            <a:lvl2pPr indent="-336550" lvl="1" marL="914400" algn="l">
              <a:lnSpc>
                <a:spcPct val="100000"/>
              </a:lnSpc>
              <a:spcBef>
                <a:spcPts val="0"/>
              </a:spcBef>
              <a:spcAft>
                <a:spcPts val="0"/>
              </a:spcAft>
              <a:buClr>
                <a:schemeClr val="lt1"/>
              </a:buClr>
              <a:buSzPts val="1700"/>
              <a:buChar char="○"/>
              <a:defRPr>
                <a:solidFill>
                  <a:schemeClr val="lt1"/>
                </a:solidFill>
              </a:defRPr>
            </a:lvl2pPr>
            <a:lvl3pPr indent="-336550" lvl="2" marL="1371600" algn="l">
              <a:lnSpc>
                <a:spcPct val="100000"/>
              </a:lnSpc>
              <a:spcBef>
                <a:spcPts val="0"/>
              </a:spcBef>
              <a:spcAft>
                <a:spcPts val="0"/>
              </a:spcAft>
              <a:buClr>
                <a:schemeClr val="lt1"/>
              </a:buClr>
              <a:buSzPts val="1700"/>
              <a:buChar char="■"/>
              <a:defRPr>
                <a:solidFill>
                  <a:schemeClr val="lt1"/>
                </a:solidFill>
              </a:defRPr>
            </a:lvl3pPr>
            <a:lvl4pPr indent="-336550" lvl="3" marL="1828800" algn="l">
              <a:lnSpc>
                <a:spcPct val="100000"/>
              </a:lnSpc>
              <a:spcBef>
                <a:spcPts val="0"/>
              </a:spcBef>
              <a:spcAft>
                <a:spcPts val="0"/>
              </a:spcAft>
              <a:buClr>
                <a:schemeClr val="lt1"/>
              </a:buClr>
              <a:buSzPts val="1700"/>
              <a:buChar char="●"/>
              <a:defRPr>
                <a:solidFill>
                  <a:schemeClr val="lt1"/>
                </a:solidFill>
              </a:defRPr>
            </a:lvl4pPr>
            <a:lvl5pPr indent="-336550" lvl="4" marL="2286000" algn="l">
              <a:lnSpc>
                <a:spcPct val="100000"/>
              </a:lnSpc>
              <a:spcBef>
                <a:spcPts val="0"/>
              </a:spcBef>
              <a:spcAft>
                <a:spcPts val="0"/>
              </a:spcAft>
              <a:buClr>
                <a:schemeClr val="lt1"/>
              </a:buClr>
              <a:buSzPts val="1700"/>
              <a:buChar char="○"/>
              <a:defRPr>
                <a:solidFill>
                  <a:schemeClr val="lt1"/>
                </a:solidFill>
              </a:defRPr>
            </a:lvl5pPr>
            <a:lvl6pPr indent="-336550" lvl="5" marL="2743200" algn="l">
              <a:lnSpc>
                <a:spcPct val="100000"/>
              </a:lnSpc>
              <a:spcBef>
                <a:spcPts val="0"/>
              </a:spcBef>
              <a:spcAft>
                <a:spcPts val="0"/>
              </a:spcAft>
              <a:buClr>
                <a:schemeClr val="lt1"/>
              </a:buClr>
              <a:buSzPts val="1700"/>
              <a:buChar char="■"/>
              <a:defRPr>
                <a:solidFill>
                  <a:schemeClr val="lt1"/>
                </a:solidFill>
              </a:defRPr>
            </a:lvl6pPr>
            <a:lvl7pPr indent="-336550" lvl="6" marL="3200400" algn="l">
              <a:lnSpc>
                <a:spcPct val="100000"/>
              </a:lnSpc>
              <a:spcBef>
                <a:spcPts val="0"/>
              </a:spcBef>
              <a:spcAft>
                <a:spcPts val="0"/>
              </a:spcAft>
              <a:buClr>
                <a:schemeClr val="lt1"/>
              </a:buClr>
              <a:buSzPts val="1700"/>
              <a:buChar char="●"/>
              <a:defRPr>
                <a:solidFill>
                  <a:schemeClr val="lt1"/>
                </a:solidFill>
              </a:defRPr>
            </a:lvl7pPr>
            <a:lvl8pPr indent="-336550" lvl="7" marL="3657600" algn="l">
              <a:lnSpc>
                <a:spcPct val="100000"/>
              </a:lnSpc>
              <a:spcBef>
                <a:spcPts val="0"/>
              </a:spcBef>
              <a:spcAft>
                <a:spcPts val="0"/>
              </a:spcAft>
              <a:buClr>
                <a:schemeClr val="lt1"/>
              </a:buClr>
              <a:buSzPts val="1700"/>
              <a:buChar char="○"/>
              <a:defRPr>
                <a:solidFill>
                  <a:schemeClr val="lt1"/>
                </a:solidFill>
              </a:defRPr>
            </a:lvl8pPr>
            <a:lvl9pPr indent="-336550" lvl="8" marL="4114800" algn="l">
              <a:lnSpc>
                <a:spcPct val="100000"/>
              </a:lnSpc>
              <a:spcBef>
                <a:spcPts val="0"/>
              </a:spcBef>
              <a:spcAft>
                <a:spcPts val="0"/>
              </a:spcAft>
              <a:buClr>
                <a:schemeClr val="lt1"/>
              </a:buClr>
              <a:buSzPts val="1700"/>
              <a:buChar char="■"/>
              <a:defRPr>
                <a:solidFill>
                  <a:schemeClr val="lt1"/>
                </a:solidFill>
              </a:defRPr>
            </a:lvl9pPr>
          </a:lstStyle>
          <a:p/>
        </p:txBody>
      </p:sp>
      <p:sp>
        <p:nvSpPr>
          <p:cNvPr id="233" name="Google Shape;233;p39"/>
          <p:cNvSpPr txBox="1"/>
          <p:nvPr>
            <p:ph idx="2"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34" name="Google Shape;234;p39"/>
          <p:cNvSpPr txBox="1"/>
          <p:nvPr>
            <p:ph idx="3"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type="titleOnly">
  <p:cSld name="TITLE_ONLY">
    <p:bg>
      <p:bgPr>
        <a:solidFill>
          <a:schemeClr val="lt1"/>
        </a:solidFill>
      </p:bgPr>
    </p:bg>
    <p:spTree>
      <p:nvGrpSpPr>
        <p:cNvPr id="235" name="Shape 235"/>
        <p:cNvGrpSpPr/>
        <p:nvPr/>
      </p:nvGrpSpPr>
      <p:grpSpPr>
        <a:xfrm>
          <a:off x="0" y="0"/>
          <a:ext cx="0" cy="0"/>
          <a:chOff x="0" y="0"/>
          <a:chExt cx="0" cy="0"/>
        </a:xfrm>
      </p:grpSpPr>
      <p:sp>
        <p:nvSpPr>
          <p:cNvPr id="236" name="Google Shape;236;p40"/>
          <p:cNvSpPr/>
          <p:nvPr>
            <p:ph idx="2" type="pic"/>
          </p:nvPr>
        </p:nvSpPr>
        <p:spPr>
          <a:xfrm rot="299866">
            <a:off x="764484" y="2679783"/>
            <a:ext cx="1938771" cy="1938771"/>
          </a:xfrm>
          <a:prstGeom prst="snip1Rect">
            <a:avLst>
              <a:gd fmla="val 16667" name="adj"/>
            </a:avLst>
          </a:prstGeom>
          <a:noFill/>
          <a:ln>
            <a:noFill/>
          </a:ln>
        </p:spPr>
      </p:sp>
      <p:sp>
        <p:nvSpPr>
          <p:cNvPr id="237" name="Google Shape;237;p40"/>
          <p:cNvSpPr/>
          <p:nvPr>
            <p:ph idx="3" type="pic"/>
          </p:nvPr>
        </p:nvSpPr>
        <p:spPr>
          <a:xfrm rot="-299913">
            <a:off x="3602840" y="2620826"/>
            <a:ext cx="1938472" cy="1938472"/>
          </a:xfrm>
          <a:prstGeom prst="snip1Rect">
            <a:avLst>
              <a:gd fmla="val 16667" name="adj"/>
            </a:avLst>
          </a:prstGeom>
          <a:noFill/>
          <a:ln>
            <a:noFill/>
          </a:ln>
        </p:spPr>
      </p:sp>
      <p:sp>
        <p:nvSpPr>
          <p:cNvPr id="238" name="Google Shape;238;p40"/>
          <p:cNvSpPr/>
          <p:nvPr>
            <p:ph idx="4" type="pic"/>
          </p:nvPr>
        </p:nvSpPr>
        <p:spPr>
          <a:xfrm rot="299913">
            <a:off x="6440891" y="2679947"/>
            <a:ext cx="1938472" cy="1938472"/>
          </a:xfrm>
          <a:prstGeom prst="snip1Rect">
            <a:avLst>
              <a:gd fmla="val 16667" name="adj"/>
            </a:avLst>
          </a:prstGeom>
          <a:noFill/>
          <a:ln>
            <a:noFill/>
          </a:ln>
        </p:spPr>
      </p:sp>
      <p:sp>
        <p:nvSpPr>
          <p:cNvPr id="239" name="Google Shape;239;p40"/>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240" name="Google Shape;240;p40"/>
          <p:cNvSpPr txBox="1"/>
          <p:nvPr>
            <p:ph idx="1" type="subTitle"/>
          </p:nvPr>
        </p:nvSpPr>
        <p:spPr>
          <a:xfrm>
            <a:off x="381063" y="1182922"/>
            <a:ext cx="2705400" cy="35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41" name="Google Shape;241;p40"/>
          <p:cNvSpPr txBox="1"/>
          <p:nvPr>
            <p:ph idx="5" type="body"/>
          </p:nvPr>
        </p:nvSpPr>
        <p:spPr>
          <a:xfrm>
            <a:off x="381063" y="1521625"/>
            <a:ext cx="2705400" cy="646500"/>
          </a:xfrm>
          <a:prstGeom prst="rect">
            <a:avLst/>
          </a:prstGeom>
          <a:noFill/>
          <a:ln>
            <a:noFill/>
          </a:ln>
        </p:spPr>
        <p:txBody>
          <a:bodyPr anchorCtr="0" anchor="t" bIns="91425" lIns="91425" spcFirstLastPara="1" rIns="91425" wrap="square" tIns="91425">
            <a:spAutoFit/>
          </a:bodyPr>
          <a:lstStyle>
            <a:lvl1pPr indent="-292100" lvl="0" marL="457200" algn="l">
              <a:lnSpc>
                <a:spcPct val="100000"/>
              </a:lnSpc>
              <a:spcBef>
                <a:spcPts val="0"/>
              </a:spcBef>
              <a:spcAft>
                <a:spcPts val="0"/>
              </a:spcAft>
              <a:buSzPts val="1000"/>
              <a:buChar char="●"/>
              <a:defRPr sz="1000"/>
            </a:lvl1pPr>
            <a:lvl2pPr indent="-292100" lvl="1" marL="914400" algn="l">
              <a:lnSpc>
                <a:spcPct val="100000"/>
              </a:lnSpc>
              <a:spcBef>
                <a:spcPts val="0"/>
              </a:spcBef>
              <a:spcAft>
                <a:spcPts val="0"/>
              </a:spcAft>
              <a:buSzPts val="1000"/>
              <a:buChar char="○"/>
              <a:defRPr sz="1000"/>
            </a:lvl2pPr>
            <a:lvl3pPr indent="-292100" lvl="2" marL="1371600" algn="l">
              <a:lnSpc>
                <a:spcPct val="100000"/>
              </a:lnSpc>
              <a:spcBef>
                <a:spcPts val="0"/>
              </a:spcBef>
              <a:spcAft>
                <a:spcPts val="0"/>
              </a:spcAft>
              <a:buSzPts val="1000"/>
              <a:buChar char="■"/>
              <a:defRPr sz="1000"/>
            </a:lvl3pPr>
            <a:lvl4pPr indent="-292100" lvl="3" marL="1828800" algn="l">
              <a:lnSpc>
                <a:spcPct val="100000"/>
              </a:lnSpc>
              <a:spcBef>
                <a:spcPts val="0"/>
              </a:spcBef>
              <a:spcAft>
                <a:spcPts val="0"/>
              </a:spcAft>
              <a:buSzPts val="1000"/>
              <a:buChar char="●"/>
              <a:defRPr sz="1000"/>
            </a:lvl4pPr>
            <a:lvl5pPr indent="-292100" lvl="4" marL="2286000" algn="l">
              <a:lnSpc>
                <a:spcPct val="100000"/>
              </a:lnSpc>
              <a:spcBef>
                <a:spcPts val="0"/>
              </a:spcBef>
              <a:spcAft>
                <a:spcPts val="0"/>
              </a:spcAft>
              <a:buSzPts val="1000"/>
              <a:buChar char="○"/>
              <a:defRPr sz="1000"/>
            </a:lvl5pPr>
            <a:lvl6pPr indent="-292100" lvl="5" marL="2743200" algn="l">
              <a:lnSpc>
                <a:spcPct val="100000"/>
              </a:lnSpc>
              <a:spcBef>
                <a:spcPts val="0"/>
              </a:spcBef>
              <a:spcAft>
                <a:spcPts val="0"/>
              </a:spcAft>
              <a:buSzPts val="1000"/>
              <a:buChar char="■"/>
              <a:defRPr sz="1000"/>
            </a:lvl6pPr>
            <a:lvl7pPr indent="-292100" lvl="6" marL="3200400" algn="l">
              <a:lnSpc>
                <a:spcPct val="100000"/>
              </a:lnSpc>
              <a:spcBef>
                <a:spcPts val="0"/>
              </a:spcBef>
              <a:spcAft>
                <a:spcPts val="0"/>
              </a:spcAft>
              <a:buSzPts val="1000"/>
              <a:buChar char="●"/>
              <a:defRPr sz="1000"/>
            </a:lvl7pPr>
            <a:lvl8pPr indent="-292100" lvl="7" marL="3657600" algn="l">
              <a:lnSpc>
                <a:spcPct val="100000"/>
              </a:lnSpc>
              <a:spcBef>
                <a:spcPts val="0"/>
              </a:spcBef>
              <a:spcAft>
                <a:spcPts val="0"/>
              </a:spcAft>
              <a:buSzPts val="1000"/>
              <a:buChar char="○"/>
              <a:defRPr sz="1000"/>
            </a:lvl8pPr>
            <a:lvl9pPr indent="-292100" lvl="8" marL="4114800" algn="l">
              <a:lnSpc>
                <a:spcPct val="100000"/>
              </a:lnSpc>
              <a:spcBef>
                <a:spcPts val="0"/>
              </a:spcBef>
              <a:spcAft>
                <a:spcPts val="0"/>
              </a:spcAft>
              <a:buSzPts val="1000"/>
              <a:buChar char="■"/>
              <a:defRPr sz="1000"/>
            </a:lvl9pPr>
          </a:lstStyle>
          <a:p/>
        </p:txBody>
      </p:sp>
      <p:sp>
        <p:nvSpPr>
          <p:cNvPr id="242" name="Google Shape;242;p40"/>
          <p:cNvSpPr txBox="1"/>
          <p:nvPr>
            <p:ph idx="6" type="subTitle"/>
          </p:nvPr>
        </p:nvSpPr>
        <p:spPr>
          <a:xfrm>
            <a:off x="3219300" y="1182922"/>
            <a:ext cx="2705400" cy="35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43" name="Google Shape;243;p40"/>
          <p:cNvSpPr txBox="1"/>
          <p:nvPr>
            <p:ph idx="7" type="body"/>
          </p:nvPr>
        </p:nvSpPr>
        <p:spPr>
          <a:xfrm>
            <a:off x="3219300" y="1521625"/>
            <a:ext cx="2705400" cy="646500"/>
          </a:xfrm>
          <a:prstGeom prst="rect">
            <a:avLst/>
          </a:prstGeom>
          <a:noFill/>
          <a:ln>
            <a:noFill/>
          </a:ln>
        </p:spPr>
        <p:txBody>
          <a:bodyPr anchorCtr="0" anchor="t" bIns="91425" lIns="91425" spcFirstLastPara="1" rIns="91425" wrap="square" tIns="91425">
            <a:spAutoFit/>
          </a:bodyPr>
          <a:lstStyle>
            <a:lvl1pPr indent="-292100" lvl="0" marL="457200" algn="l">
              <a:lnSpc>
                <a:spcPct val="100000"/>
              </a:lnSpc>
              <a:spcBef>
                <a:spcPts val="0"/>
              </a:spcBef>
              <a:spcAft>
                <a:spcPts val="0"/>
              </a:spcAft>
              <a:buSzPts val="1000"/>
              <a:buChar char="●"/>
              <a:defRPr sz="1000"/>
            </a:lvl1pPr>
            <a:lvl2pPr indent="-292100" lvl="1" marL="914400" algn="l">
              <a:lnSpc>
                <a:spcPct val="100000"/>
              </a:lnSpc>
              <a:spcBef>
                <a:spcPts val="0"/>
              </a:spcBef>
              <a:spcAft>
                <a:spcPts val="0"/>
              </a:spcAft>
              <a:buSzPts val="1000"/>
              <a:buChar char="○"/>
              <a:defRPr sz="1000"/>
            </a:lvl2pPr>
            <a:lvl3pPr indent="-292100" lvl="2" marL="1371600" algn="l">
              <a:lnSpc>
                <a:spcPct val="100000"/>
              </a:lnSpc>
              <a:spcBef>
                <a:spcPts val="0"/>
              </a:spcBef>
              <a:spcAft>
                <a:spcPts val="0"/>
              </a:spcAft>
              <a:buSzPts val="1000"/>
              <a:buChar char="■"/>
              <a:defRPr sz="1000"/>
            </a:lvl3pPr>
            <a:lvl4pPr indent="-292100" lvl="3" marL="1828800" algn="l">
              <a:lnSpc>
                <a:spcPct val="100000"/>
              </a:lnSpc>
              <a:spcBef>
                <a:spcPts val="0"/>
              </a:spcBef>
              <a:spcAft>
                <a:spcPts val="0"/>
              </a:spcAft>
              <a:buSzPts val="1000"/>
              <a:buChar char="●"/>
              <a:defRPr sz="1000"/>
            </a:lvl4pPr>
            <a:lvl5pPr indent="-292100" lvl="4" marL="2286000" algn="l">
              <a:lnSpc>
                <a:spcPct val="100000"/>
              </a:lnSpc>
              <a:spcBef>
                <a:spcPts val="0"/>
              </a:spcBef>
              <a:spcAft>
                <a:spcPts val="0"/>
              </a:spcAft>
              <a:buSzPts val="1000"/>
              <a:buChar char="○"/>
              <a:defRPr sz="1000"/>
            </a:lvl5pPr>
            <a:lvl6pPr indent="-292100" lvl="5" marL="2743200" algn="l">
              <a:lnSpc>
                <a:spcPct val="100000"/>
              </a:lnSpc>
              <a:spcBef>
                <a:spcPts val="0"/>
              </a:spcBef>
              <a:spcAft>
                <a:spcPts val="0"/>
              </a:spcAft>
              <a:buSzPts val="1000"/>
              <a:buChar char="■"/>
              <a:defRPr sz="1000"/>
            </a:lvl6pPr>
            <a:lvl7pPr indent="-292100" lvl="6" marL="3200400" algn="l">
              <a:lnSpc>
                <a:spcPct val="100000"/>
              </a:lnSpc>
              <a:spcBef>
                <a:spcPts val="0"/>
              </a:spcBef>
              <a:spcAft>
                <a:spcPts val="0"/>
              </a:spcAft>
              <a:buSzPts val="1000"/>
              <a:buChar char="●"/>
              <a:defRPr sz="1000"/>
            </a:lvl7pPr>
            <a:lvl8pPr indent="-292100" lvl="7" marL="3657600" algn="l">
              <a:lnSpc>
                <a:spcPct val="100000"/>
              </a:lnSpc>
              <a:spcBef>
                <a:spcPts val="0"/>
              </a:spcBef>
              <a:spcAft>
                <a:spcPts val="0"/>
              </a:spcAft>
              <a:buSzPts val="1000"/>
              <a:buChar char="○"/>
              <a:defRPr sz="1000"/>
            </a:lvl8pPr>
            <a:lvl9pPr indent="-292100" lvl="8" marL="4114800" algn="l">
              <a:lnSpc>
                <a:spcPct val="100000"/>
              </a:lnSpc>
              <a:spcBef>
                <a:spcPts val="0"/>
              </a:spcBef>
              <a:spcAft>
                <a:spcPts val="0"/>
              </a:spcAft>
              <a:buSzPts val="1000"/>
              <a:buChar char="■"/>
              <a:defRPr sz="1000"/>
            </a:lvl9pPr>
          </a:lstStyle>
          <a:p/>
        </p:txBody>
      </p:sp>
      <p:sp>
        <p:nvSpPr>
          <p:cNvPr id="244" name="Google Shape;244;p40"/>
          <p:cNvSpPr txBox="1"/>
          <p:nvPr>
            <p:ph idx="8" type="subTitle"/>
          </p:nvPr>
        </p:nvSpPr>
        <p:spPr>
          <a:xfrm>
            <a:off x="6057538" y="1182922"/>
            <a:ext cx="2705400" cy="35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45" name="Google Shape;245;p40"/>
          <p:cNvSpPr txBox="1"/>
          <p:nvPr>
            <p:ph idx="9" type="body"/>
          </p:nvPr>
        </p:nvSpPr>
        <p:spPr>
          <a:xfrm>
            <a:off x="6057538" y="1521625"/>
            <a:ext cx="2705400" cy="646500"/>
          </a:xfrm>
          <a:prstGeom prst="rect">
            <a:avLst/>
          </a:prstGeom>
          <a:noFill/>
          <a:ln>
            <a:noFill/>
          </a:ln>
        </p:spPr>
        <p:txBody>
          <a:bodyPr anchorCtr="0" anchor="t" bIns="91425" lIns="91425" spcFirstLastPara="1" rIns="91425" wrap="square" tIns="91425">
            <a:spAutoFit/>
          </a:bodyPr>
          <a:lstStyle>
            <a:lvl1pPr indent="-292100" lvl="0" marL="457200" algn="l">
              <a:lnSpc>
                <a:spcPct val="100000"/>
              </a:lnSpc>
              <a:spcBef>
                <a:spcPts val="0"/>
              </a:spcBef>
              <a:spcAft>
                <a:spcPts val="0"/>
              </a:spcAft>
              <a:buSzPts val="1000"/>
              <a:buChar char="●"/>
              <a:defRPr sz="1000"/>
            </a:lvl1pPr>
            <a:lvl2pPr indent="-292100" lvl="1" marL="914400" algn="l">
              <a:lnSpc>
                <a:spcPct val="100000"/>
              </a:lnSpc>
              <a:spcBef>
                <a:spcPts val="0"/>
              </a:spcBef>
              <a:spcAft>
                <a:spcPts val="0"/>
              </a:spcAft>
              <a:buSzPts val="1000"/>
              <a:buChar char="○"/>
              <a:defRPr sz="1000"/>
            </a:lvl2pPr>
            <a:lvl3pPr indent="-292100" lvl="2" marL="1371600" algn="l">
              <a:lnSpc>
                <a:spcPct val="100000"/>
              </a:lnSpc>
              <a:spcBef>
                <a:spcPts val="0"/>
              </a:spcBef>
              <a:spcAft>
                <a:spcPts val="0"/>
              </a:spcAft>
              <a:buSzPts val="1000"/>
              <a:buChar char="■"/>
              <a:defRPr sz="1000"/>
            </a:lvl3pPr>
            <a:lvl4pPr indent="-292100" lvl="3" marL="1828800" algn="l">
              <a:lnSpc>
                <a:spcPct val="100000"/>
              </a:lnSpc>
              <a:spcBef>
                <a:spcPts val="0"/>
              </a:spcBef>
              <a:spcAft>
                <a:spcPts val="0"/>
              </a:spcAft>
              <a:buSzPts val="1000"/>
              <a:buChar char="●"/>
              <a:defRPr sz="1000"/>
            </a:lvl4pPr>
            <a:lvl5pPr indent="-292100" lvl="4" marL="2286000" algn="l">
              <a:lnSpc>
                <a:spcPct val="100000"/>
              </a:lnSpc>
              <a:spcBef>
                <a:spcPts val="0"/>
              </a:spcBef>
              <a:spcAft>
                <a:spcPts val="0"/>
              </a:spcAft>
              <a:buSzPts val="1000"/>
              <a:buChar char="○"/>
              <a:defRPr sz="1000"/>
            </a:lvl5pPr>
            <a:lvl6pPr indent="-292100" lvl="5" marL="2743200" algn="l">
              <a:lnSpc>
                <a:spcPct val="100000"/>
              </a:lnSpc>
              <a:spcBef>
                <a:spcPts val="0"/>
              </a:spcBef>
              <a:spcAft>
                <a:spcPts val="0"/>
              </a:spcAft>
              <a:buSzPts val="1000"/>
              <a:buChar char="■"/>
              <a:defRPr sz="1000"/>
            </a:lvl6pPr>
            <a:lvl7pPr indent="-292100" lvl="6" marL="3200400" algn="l">
              <a:lnSpc>
                <a:spcPct val="100000"/>
              </a:lnSpc>
              <a:spcBef>
                <a:spcPts val="0"/>
              </a:spcBef>
              <a:spcAft>
                <a:spcPts val="0"/>
              </a:spcAft>
              <a:buSzPts val="1000"/>
              <a:buChar char="●"/>
              <a:defRPr sz="1000"/>
            </a:lvl7pPr>
            <a:lvl8pPr indent="-292100" lvl="7" marL="3657600" algn="l">
              <a:lnSpc>
                <a:spcPct val="100000"/>
              </a:lnSpc>
              <a:spcBef>
                <a:spcPts val="0"/>
              </a:spcBef>
              <a:spcAft>
                <a:spcPts val="0"/>
              </a:spcAft>
              <a:buSzPts val="1000"/>
              <a:buChar char="○"/>
              <a:defRPr sz="1000"/>
            </a:lvl8pPr>
            <a:lvl9pPr indent="-292100" lvl="8" marL="4114800" algn="l">
              <a:lnSpc>
                <a:spcPct val="100000"/>
              </a:lnSpc>
              <a:spcBef>
                <a:spcPts val="0"/>
              </a:spcBef>
              <a:spcAft>
                <a:spcPts val="0"/>
              </a:spcAft>
              <a:buSzPts val="1000"/>
              <a:buChar char="■"/>
              <a:defRPr sz="1000"/>
            </a:lvl9pPr>
          </a:lstStyle>
          <a:p/>
        </p:txBody>
      </p:sp>
      <p:sp>
        <p:nvSpPr>
          <p:cNvPr id="246" name="Google Shape;246;p40"/>
          <p:cNvSpPr txBox="1"/>
          <p:nvPr>
            <p:ph type="title"/>
          </p:nvPr>
        </p:nvSpPr>
        <p:spPr>
          <a:xfrm>
            <a:off x="333925" y="587150"/>
            <a:ext cx="8475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7" name="Google Shape;247;p40"/>
          <p:cNvSpPr txBox="1"/>
          <p:nvPr>
            <p:ph idx="13"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48" name="Google Shape;248;p40"/>
          <p:cNvSpPr txBox="1"/>
          <p:nvPr>
            <p:ph idx="14"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1">
  <p:cSld name="ONE_COLUMN_TEXT">
    <p:bg>
      <p:bgPr>
        <a:solidFill>
          <a:schemeClr val="lt1"/>
        </a:solidFill>
      </p:bgPr>
    </p:bg>
    <p:spTree>
      <p:nvGrpSpPr>
        <p:cNvPr id="249" name="Shape 249"/>
        <p:cNvGrpSpPr/>
        <p:nvPr/>
      </p:nvGrpSpPr>
      <p:grpSpPr>
        <a:xfrm>
          <a:off x="0" y="0"/>
          <a:ext cx="0" cy="0"/>
          <a:chOff x="0" y="0"/>
          <a:chExt cx="0" cy="0"/>
        </a:xfrm>
      </p:grpSpPr>
      <p:sp>
        <p:nvSpPr>
          <p:cNvPr id="250" name="Google Shape;250;p41"/>
          <p:cNvSpPr/>
          <p:nvPr>
            <p:ph idx="2" type="pic"/>
          </p:nvPr>
        </p:nvSpPr>
        <p:spPr>
          <a:xfrm>
            <a:off x="434125" y="2147825"/>
            <a:ext cx="8275200" cy="2679300"/>
          </a:xfrm>
          <a:prstGeom prst="snip1Rect">
            <a:avLst>
              <a:gd fmla="val 29467" name="adj"/>
            </a:avLst>
          </a:prstGeom>
          <a:noFill/>
          <a:ln>
            <a:noFill/>
          </a:ln>
        </p:spPr>
      </p:sp>
      <p:sp>
        <p:nvSpPr>
          <p:cNvPr id="251" name="Google Shape;251;p41"/>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252" name="Google Shape;252;p41"/>
          <p:cNvSpPr txBox="1"/>
          <p:nvPr>
            <p:ph type="title"/>
          </p:nvPr>
        </p:nvSpPr>
        <p:spPr>
          <a:xfrm>
            <a:off x="333925" y="587150"/>
            <a:ext cx="8475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3" name="Google Shape;253;p41"/>
          <p:cNvSpPr txBox="1"/>
          <p:nvPr>
            <p:ph idx="1" type="body"/>
          </p:nvPr>
        </p:nvSpPr>
        <p:spPr>
          <a:xfrm>
            <a:off x="333925" y="1163150"/>
            <a:ext cx="8475600" cy="7080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SzPts val="1700"/>
              <a:buChar char="●"/>
              <a:defRPr/>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254" name="Google Shape;254;p41"/>
          <p:cNvSpPr txBox="1"/>
          <p:nvPr>
            <p:ph idx="3"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55" name="Google Shape;255;p41"/>
          <p:cNvSpPr txBox="1"/>
          <p:nvPr>
            <p:ph idx="4"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extLst>
    <p:ext uri="{DCECCB84-F9BA-43D5-87BE-67443E8EF086}">
      <p15:sldGuideLst>
        <p15:guide id="1" pos="273">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left">
  <p:cSld name="ONE_COLUMN_TEXT_1">
    <p:bg>
      <p:bgPr>
        <a:solidFill>
          <a:schemeClr val="lt1"/>
        </a:solidFill>
      </p:bgPr>
    </p:bg>
    <p:spTree>
      <p:nvGrpSpPr>
        <p:cNvPr id="256" name="Shape 256"/>
        <p:cNvGrpSpPr/>
        <p:nvPr/>
      </p:nvGrpSpPr>
      <p:grpSpPr>
        <a:xfrm>
          <a:off x="0" y="0"/>
          <a:ext cx="0" cy="0"/>
          <a:chOff x="0" y="0"/>
          <a:chExt cx="0" cy="0"/>
        </a:xfrm>
      </p:grpSpPr>
      <p:grpSp>
        <p:nvGrpSpPr>
          <p:cNvPr id="257" name="Google Shape;257;p42"/>
          <p:cNvGrpSpPr/>
          <p:nvPr/>
        </p:nvGrpSpPr>
        <p:grpSpPr>
          <a:xfrm>
            <a:off x="433788" y="1202208"/>
            <a:ext cx="2633200" cy="904617"/>
            <a:chOff x="433788" y="1202208"/>
            <a:chExt cx="2633200" cy="904617"/>
          </a:xfrm>
        </p:grpSpPr>
        <p:sp>
          <p:nvSpPr>
            <p:cNvPr id="258" name="Google Shape;258;p42"/>
            <p:cNvSpPr/>
            <p:nvPr/>
          </p:nvSpPr>
          <p:spPr>
            <a:xfrm>
              <a:off x="433788" y="1202325"/>
              <a:ext cx="2632800" cy="904500"/>
            </a:xfrm>
            <a:prstGeom prst="snip1Rect">
              <a:avLst>
                <a:gd fmla="val 35102"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Tight"/>
                <a:ea typeface="Inter Tight"/>
                <a:cs typeface="Inter Tight"/>
                <a:sym typeface="Inter Tight"/>
              </a:endParaRPr>
            </a:p>
          </p:txBody>
        </p:sp>
        <p:sp>
          <p:nvSpPr>
            <p:cNvPr id="259" name="Google Shape;259;p42"/>
            <p:cNvSpPr/>
            <p:nvPr/>
          </p:nvSpPr>
          <p:spPr>
            <a:xfrm rot="-6523">
              <a:off x="2750486"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a:ea typeface="Inter Tight"/>
                  <a:cs typeface="Inter Tight"/>
                  <a:sym typeface="Inter Tight"/>
                </a:rPr>
                <a:t> </a:t>
              </a:r>
              <a:endParaRPr b="0" i="0" sz="1400" u="none" cap="none" strike="noStrike">
                <a:solidFill>
                  <a:schemeClr val="lt2"/>
                </a:solidFill>
                <a:latin typeface="Inter Tight"/>
                <a:ea typeface="Inter Tight"/>
                <a:cs typeface="Inter Tight"/>
                <a:sym typeface="Inter Tight"/>
              </a:endParaRPr>
            </a:p>
          </p:txBody>
        </p:sp>
      </p:grpSp>
      <p:sp>
        <p:nvSpPr>
          <p:cNvPr id="260" name="Google Shape;260;p42"/>
          <p:cNvSpPr txBox="1"/>
          <p:nvPr>
            <p:ph idx="1" type="subTitle"/>
          </p:nvPr>
        </p:nvSpPr>
        <p:spPr>
          <a:xfrm>
            <a:off x="437000" y="1202200"/>
            <a:ext cx="2322900" cy="35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261" name="Google Shape;261;p42"/>
          <p:cNvSpPr txBox="1"/>
          <p:nvPr>
            <p:ph idx="2" type="body"/>
          </p:nvPr>
        </p:nvSpPr>
        <p:spPr>
          <a:xfrm>
            <a:off x="437000" y="1460325"/>
            <a:ext cx="2632800" cy="646500"/>
          </a:xfrm>
          <a:prstGeom prst="rect">
            <a:avLst/>
          </a:prstGeom>
          <a:noFill/>
          <a:ln>
            <a:noFill/>
          </a:ln>
        </p:spPr>
        <p:txBody>
          <a:bodyPr anchorCtr="0" anchor="t" bIns="91425" lIns="91425" spcFirstLastPara="1" rIns="91425" wrap="square" tIns="91425">
            <a:spAutoFit/>
          </a:bodyPr>
          <a:lstStyle>
            <a:lvl1pPr indent="-292100" lvl="0" marL="457200" algn="l">
              <a:lnSpc>
                <a:spcPct val="100000"/>
              </a:lnSpc>
              <a:spcBef>
                <a:spcPts val="0"/>
              </a:spcBef>
              <a:spcAft>
                <a:spcPts val="0"/>
              </a:spcAft>
              <a:buClr>
                <a:schemeClr val="lt1"/>
              </a:buClr>
              <a:buSzPts val="1000"/>
              <a:buChar char="●"/>
              <a:defRPr sz="1000">
                <a:solidFill>
                  <a:schemeClr val="lt1"/>
                </a:solidFill>
              </a:defRPr>
            </a:lvl1pPr>
            <a:lvl2pPr indent="-292100" lvl="1" marL="914400" algn="l">
              <a:lnSpc>
                <a:spcPct val="100000"/>
              </a:lnSpc>
              <a:spcBef>
                <a:spcPts val="0"/>
              </a:spcBef>
              <a:spcAft>
                <a:spcPts val="0"/>
              </a:spcAft>
              <a:buClr>
                <a:schemeClr val="lt1"/>
              </a:buClr>
              <a:buSzPts val="1000"/>
              <a:buChar char="○"/>
              <a:defRPr sz="1000">
                <a:solidFill>
                  <a:schemeClr val="lt1"/>
                </a:solidFill>
              </a:defRPr>
            </a:lvl2pPr>
            <a:lvl3pPr indent="-292100" lvl="2" marL="1371600" algn="l">
              <a:lnSpc>
                <a:spcPct val="100000"/>
              </a:lnSpc>
              <a:spcBef>
                <a:spcPts val="0"/>
              </a:spcBef>
              <a:spcAft>
                <a:spcPts val="0"/>
              </a:spcAft>
              <a:buClr>
                <a:schemeClr val="lt1"/>
              </a:buClr>
              <a:buSzPts val="1000"/>
              <a:buChar char="■"/>
              <a:defRPr sz="1000">
                <a:solidFill>
                  <a:schemeClr val="lt1"/>
                </a:solidFill>
              </a:defRPr>
            </a:lvl3pPr>
            <a:lvl4pPr indent="-292100" lvl="3" marL="1828800" algn="l">
              <a:lnSpc>
                <a:spcPct val="100000"/>
              </a:lnSpc>
              <a:spcBef>
                <a:spcPts val="0"/>
              </a:spcBef>
              <a:spcAft>
                <a:spcPts val="0"/>
              </a:spcAft>
              <a:buClr>
                <a:schemeClr val="lt1"/>
              </a:buClr>
              <a:buSzPts val="1000"/>
              <a:buChar char="●"/>
              <a:defRPr sz="1000">
                <a:solidFill>
                  <a:schemeClr val="lt1"/>
                </a:solidFill>
              </a:defRPr>
            </a:lvl4pPr>
            <a:lvl5pPr indent="-292100" lvl="4" marL="2286000" algn="l">
              <a:lnSpc>
                <a:spcPct val="100000"/>
              </a:lnSpc>
              <a:spcBef>
                <a:spcPts val="0"/>
              </a:spcBef>
              <a:spcAft>
                <a:spcPts val="0"/>
              </a:spcAft>
              <a:buClr>
                <a:schemeClr val="lt1"/>
              </a:buClr>
              <a:buSzPts val="1000"/>
              <a:buChar char="○"/>
              <a:defRPr sz="1000">
                <a:solidFill>
                  <a:schemeClr val="lt1"/>
                </a:solidFill>
              </a:defRPr>
            </a:lvl5pPr>
            <a:lvl6pPr indent="-292100" lvl="5" marL="2743200" algn="l">
              <a:lnSpc>
                <a:spcPct val="100000"/>
              </a:lnSpc>
              <a:spcBef>
                <a:spcPts val="0"/>
              </a:spcBef>
              <a:spcAft>
                <a:spcPts val="0"/>
              </a:spcAft>
              <a:buClr>
                <a:schemeClr val="lt1"/>
              </a:buClr>
              <a:buSzPts val="1000"/>
              <a:buChar char="■"/>
              <a:defRPr sz="1000">
                <a:solidFill>
                  <a:schemeClr val="lt1"/>
                </a:solidFill>
              </a:defRPr>
            </a:lvl6pPr>
            <a:lvl7pPr indent="-292100" lvl="6" marL="3200400" algn="l">
              <a:lnSpc>
                <a:spcPct val="100000"/>
              </a:lnSpc>
              <a:spcBef>
                <a:spcPts val="0"/>
              </a:spcBef>
              <a:spcAft>
                <a:spcPts val="0"/>
              </a:spcAft>
              <a:buClr>
                <a:schemeClr val="lt1"/>
              </a:buClr>
              <a:buSzPts val="1000"/>
              <a:buChar char="●"/>
              <a:defRPr sz="1000">
                <a:solidFill>
                  <a:schemeClr val="lt1"/>
                </a:solidFill>
              </a:defRPr>
            </a:lvl7pPr>
            <a:lvl8pPr indent="-292100" lvl="7" marL="3657600" algn="l">
              <a:lnSpc>
                <a:spcPct val="100000"/>
              </a:lnSpc>
              <a:spcBef>
                <a:spcPts val="0"/>
              </a:spcBef>
              <a:spcAft>
                <a:spcPts val="0"/>
              </a:spcAft>
              <a:buClr>
                <a:schemeClr val="lt1"/>
              </a:buClr>
              <a:buSzPts val="1000"/>
              <a:buChar char="○"/>
              <a:defRPr sz="1000">
                <a:solidFill>
                  <a:schemeClr val="lt1"/>
                </a:solidFill>
              </a:defRPr>
            </a:lvl8pPr>
            <a:lvl9pPr indent="-292100" lvl="8" marL="4114800" algn="l">
              <a:lnSpc>
                <a:spcPct val="100000"/>
              </a:lnSpc>
              <a:spcBef>
                <a:spcPts val="0"/>
              </a:spcBef>
              <a:spcAft>
                <a:spcPts val="0"/>
              </a:spcAft>
              <a:buClr>
                <a:schemeClr val="lt1"/>
              </a:buClr>
              <a:buSzPts val="1000"/>
              <a:buChar char="■"/>
              <a:defRPr sz="1000">
                <a:solidFill>
                  <a:schemeClr val="lt1"/>
                </a:solidFill>
              </a:defRPr>
            </a:lvl9pPr>
          </a:lstStyle>
          <a:p/>
        </p:txBody>
      </p:sp>
      <p:sp>
        <p:nvSpPr>
          <p:cNvPr id="262" name="Google Shape;262;p42"/>
          <p:cNvSpPr/>
          <p:nvPr>
            <p:ph idx="3" type="pic"/>
          </p:nvPr>
        </p:nvSpPr>
        <p:spPr>
          <a:xfrm>
            <a:off x="434125" y="2147825"/>
            <a:ext cx="8275200" cy="2679300"/>
          </a:xfrm>
          <a:prstGeom prst="snip1Rect">
            <a:avLst>
              <a:gd fmla="val 29467" name="adj"/>
            </a:avLst>
          </a:prstGeom>
          <a:noFill/>
          <a:ln>
            <a:noFill/>
          </a:ln>
        </p:spPr>
      </p:sp>
      <p:sp>
        <p:nvSpPr>
          <p:cNvPr id="263" name="Google Shape;263;p42"/>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264" name="Google Shape;264;p42"/>
          <p:cNvSpPr txBox="1"/>
          <p:nvPr>
            <p:ph type="title"/>
          </p:nvPr>
        </p:nvSpPr>
        <p:spPr>
          <a:xfrm>
            <a:off x="333925" y="587150"/>
            <a:ext cx="8475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5" name="Google Shape;265;p42"/>
          <p:cNvSpPr txBox="1"/>
          <p:nvPr>
            <p:ph idx="4"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66" name="Google Shape;266;p42"/>
          <p:cNvSpPr txBox="1"/>
          <p:nvPr>
            <p:ph idx="5"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extLst>
    <p:ext uri="{DCECCB84-F9BA-43D5-87BE-67443E8EF086}">
      <p15:sldGuideLst>
        <p15:guide id="1" pos="273">
          <p15:clr>
            <a:srgbClr val="E46962"/>
          </p15:clr>
        </p15:guide>
        <p15:guide id="2" orient="horz" pos="1353">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middle">
  <p:cSld name="ONE_COLUMN_TEXT_1_2">
    <p:bg>
      <p:bgPr>
        <a:solidFill>
          <a:schemeClr val="lt1"/>
        </a:solidFill>
      </p:bgPr>
    </p:bg>
    <p:spTree>
      <p:nvGrpSpPr>
        <p:cNvPr id="267" name="Shape 267"/>
        <p:cNvGrpSpPr/>
        <p:nvPr/>
      </p:nvGrpSpPr>
      <p:grpSpPr>
        <a:xfrm>
          <a:off x="0" y="0"/>
          <a:ext cx="0" cy="0"/>
          <a:chOff x="0" y="0"/>
          <a:chExt cx="0" cy="0"/>
        </a:xfrm>
      </p:grpSpPr>
      <p:grpSp>
        <p:nvGrpSpPr>
          <p:cNvPr id="268" name="Google Shape;268;p43"/>
          <p:cNvGrpSpPr/>
          <p:nvPr/>
        </p:nvGrpSpPr>
        <p:grpSpPr>
          <a:xfrm>
            <a:off x="3253950" y="1202208"/>
            <a:ext cx="2633201" cy="904617"/>
            <a:chOff x="3253950" y="1202208"/>
            <a:chExt cx="2633201" cy="904617"/>
          </a:xfrm>
        </p:grpSpPr>
        <p:sp>
          <p:nvSpPr>
            <p:cNvPr id="269" name="Google Shape;269;p43"/>
            <p:cNvSpPr/>
            <p:nvPr/>
          </p:nvSpPr>
          <p:spPr>
            <a:xfrm>
              <a:off x="3253950" y="1202325"/>
              <a:ext cx="2632800" cy="904500"/>
            </a:xfrm>
            <a:prstGeom prst="snip1Rect">
              <a:avLst>
                <a:gd fmla="val 35102"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Inter Tight"/>
                <a:ea typeface="Inter Tight"/>
                <a:cs typeface="Inter Tight"/>
                <a:sym typeface="Inter Tight"/>
              </a:endParaRPr>
            </a:p>
          </p:txBody>
        </p:sp>
        <p:sp>
          <p:nvSpPr>
            <p:cNvPr id="270" name="Google Shape;270;p43"/>
            <p:cNvSpPr/>
            <p:nvPr/>
          </p:nvSpPr>
          <p:spPr>
            <a:xfrm rot="-6523">
              <a:off x="5570649"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a:ea typeface="Inter Tight"/>
                  <a:cs typeface="Inter Tight"/>
                  <a:sym typeface="Inter Tight"/>
                </a:rPr>
                <a:t> </a:t>
              </a:r>
              <a:endParaRPr b="0" i="0" sz="1400" u="none" cap="none" strike="noStrike">
                <a:solidFill>
                  <a:schemeClr val="lt2"/>
                </a:solidFill>
                <a:latin typeface="Inter Tight"/>
                <a:ea typeface="Inter Tight"/>
                <a:cs typeface="Inter Tight"/>
                <a:sym typeface="Inter Tight"/>
              </a:endParaRPr>
            </a:p>
          </p:txBody>
        </p:sp>
      </p:grpSp>
      <p:sp>
        <p:nvSpPr>
          <p:cNvPr id="271" name="Google Shape;271;p43"/>
          <p:cNvSpPr txBox="1"/>
          <p:nvPr>
            <p:ph idx="1" type="subTitle"/>
          </p:nvPr>
        </p:nvSpPr>
        <p:spPr>
          <a:xfrm>
            <a:off x="3257163" y="1202200"/>
            <a:ext cx="2322900" cy="35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272" name="Google Shape;272;p43"/>
          <p:cNvSpPr txBox="1"/>
          <p:nvPr>
            <p:ph idx="2" type="body"/>
          </p:nvPr>
        </p:nvSpPr>
        <p:spPr>
          <a:xfrm>
            <a:off x="3257163" y="1460325"/>
            <a:ext cx="2632800" cy="646500"/>
          </a:xfrm>
          <a:prstGeom prst="rect">
            <a:avLst/>
          </a:prstGeom>
          <a:noFill/>
          <a:ln>
            <a:noFill/>
          </a:ln>
        </p:spPr>
        <p:txBody>
          <a:bodyPr anchorCtr="0" anchor="t" bIns="91425" lIns="91425" spcFirstLastPara="1" rIns="91425" wrap="square" tIns="91425">
            <a:spAutoFit/>
          </a:bodyPr>
          <a:lstStyle>
            <a:lvl1pPr indent="-292100" lvl="0" marL="457200" algn="l">
              <a:lnSpc>
                <a:spcPct val="100000"/>
              </a:lnSpc>
              <a:spcBef>
                <a:spcPts val="0"/>
              </a:spcBef>
              <a:spcAft>
                <a:spcPts val="0"/>
              </a:spcAft>
              <a:buClr>
                <a:schemeClr val="lt1"/>
              </a:buClr>
              <a:buSzPts val="1000"/>
              <a:buChar char="●"/>
              <a:defRPr sz="1000">
                <a:solidFill>
                  <a:schemeClr val="lt1"/>
                </a:solidFill>
              </a:defRPr>
            </a:lvl1pPr>
            <a:lvl2pPr indent="-292100" lvl="1" marL="914400" algn="l">
              <a:lnSpc>
                <a:spcPct val="100000"/>
              </a:lnSpc>
              <a:spcBef>
                <a:spcPts val="0"/>
              </a:spcBef>
              <a:spcAft>
                <a:spcPts val="0"/>
              </a:spcAft>
              <a:buClr>
                <a:schemeClr val="lt1"/>
              </a:buClr>
              <a:buSzPts val="1000"/>
              <a:buChar char="○"/>
              <a:defRPr sz="1000">
                <a:solidFill>
                  <a:schemeClr val="lt1"/>
                </a:solidFill>
              </a:defRPr>
            </a:lvl2pPr>
            <a:lvl3pPr indent="-292100" lvl="2" marL="1371600" algn="l">
              <a:lnSpc>
                <a:spcPct val="100000"/>
              </a:lnSpc>
              <a:spcBef>
                <a:spcPts val="0"/>
              </a:spcBef>
              <a:spcAft>
                <a:spcPts val="0"/>
              </a:spcAft>
              <a:buClr>
                <a:schemeClr val="lt1"/>
              </a:buClr>
              <a:buSzPts val="1000"/>
              <a:buChar char="■"/>
              <a:defRPr sz="1000">
                <a:solidFill>
                  <a:schemeClr val="lt1"/>
                </a:solidFill>
              </a:defRPr>
            </a:lvl3pPr>
            <a:lvl4pPr indent="-292100" lvl="3" marL="1828800" algn="l">
              <a:lnSpc>
                <a:spcPct val="100000"/>
              </a:lnSpc>
              <a:spcBef>
                <a:spcPts val="0"/>
              </a:spcBef>
              <a:spcAft>
                <a:spcPts val="0"/>
              </a:spcAft>
              <a:buClr>
                <a:schemeClr val="lt1"/>
              </a:buClr>
              <a:buSzPts val="1000"/>
              <a:buChar char="●"/>
              <a:defRPr sz="1000">
                <a:solidFill>
                  <a:schemeClr val="lt1"/>
                </a:solidFill>
              </a:defRPr>
            </a:lvl4pPr>
            <a:lvl5pPr indent="-292100" lvl="4" marL="2286000" algn="l">
              <a:lnSpc>
                <a:spcPct val="100000"/>
              </a:lnSpc>
              <a:spcBef>
                <a:spcPts val="0"/>
              </a:spcBef>
              <a:spcAft>
                <a:spcPts val="0"/>
              </a:spcAft>
              <a:buClr>
                <a:schemeClr val="lt1"/>
              </a:buClr>
              <a:buSzPts val="1000"/>
              <a:buChar char="○"/>
              <a:defRPr sz="1000">
                <a:solidFill>
                  <a:schemeClr val="lt1"/>
                </a:solidFill>
              </a:defRPr>
            </a:lvl5pPr>
            <a:lvl6pPr indent="-292100" lvl="5" marL="2743200" algn="l">
              <a:lnSpc>
                <a:spcPct val="100000"/>
              </a:lnSpc>
              <a:spcBef>
                <a:spcPts val="0"/>
              </a:spcBef>
              <a:spcAft>
                <a:spcPts val="0"/>
              </a:spcAft>
              <a:buClr>
                <a:schemeClr val="lt1"/>
              </a:buClr>
              <a:buSzPts val="1000"/>
              <a:buChar char="■"/>
              <a:defRPr sz="1000">
                <a:solidFill>
                  <a:schemeClr val="lt1"/>
                </a:solidFill>
              </a:defRPr>
            </a:lvl6pPr>
            <a:lvl7pPr indent="-292100" lvl="6" marL="3200400" algn="l">
              <a:lnSpc>
                <a:spcPct val="100000"/>
              </a:lnSpc>
              <a:spcBef>
                <a:spcPts val="0"/>
              </a:spcBef>
              <a:spcAft>
                <a:spcPts val="0"/>
              </a:spcAft>
              <a:buClr>
                <a:schemeClr val="lt1"/>
              </a:buClr>
              <a:buSzPts val="1000"/>
              <a:buChar char="●"/>
              <a:defRPr sz="1000">
                <a:solidFill>
                  <a:schemeClr val="lt1"/>
                </a:solidFill>
              </a:defRPr>
            </a:lvl7pPr>
            <a:lvl8pPr indent="-292100" lvl="7" marL="3657600" algn="l">
              <a:lnSpc>
                <a:spcPct val="100000"/>
              </a:lnSpc>
              <a:spcBef>
                <a:spcPts val="0"/>
              </a:spcBef>
              <a:spcAft>
                <a:spcPts val="0"/>
              </a:spcAft>
              <a:buClr>
                <a:schemeClr val="lt1"/>
              </a:buClr>
              <a:buSzPts val="1000"/>
              <a:buChar char="○"/>
              <a:defRPr sz="1000">
                <a:solidFill>
                  <a:schemeClr val="lt1"/>
                </a:solidFill>
              </a:defRPr>
            </a:lvl8pPr>
            <a:lvl9pPr indent="-292100" lvl="8" marL="4114800" algn="l">
              <a:lnSpc>
                <a:spcPct val="100000"/>
              </a:lnSpc>
              <a:spcBef>
                <a:spcPts val="0"/>
              </a:spcBef>
              <a:spcAft>
                <a:spcPts val="0"/>
              </a:spcAft>
              <a:buClr>
                <a:schemeClr val="lt1"/>
              </a:buClr>
              <a:buSzPts val="1000"/>
              <a:buChar char="■"/>
              <a:defRPr sz="1000">
                <a:solidFill>
                  <a:schemeClr val="lt1"/>
                </a:solidFill>
              </a:defRPr>
            </a:lvl9pPr>
          </a:lstStyle>
          <a:p/>
        </p:txBody>
      </p:sp>
      <p:sp>
        <p:nvSpPr>
          <p:cNvPr id="273" name="Google Shape;273;p43"/>
          <p:cNvSpPr/>
          <p:nvPr>
            <p:ph idx="3" type="pic"/>
          </p:nvPr>
        </p:nvSpPr>
        <p:spPr>
          <a:xfrm>
            <a:off x="434125" y="2147825"/>
            <a:ext cx="8275200" cy="2679300"/>
          </a:xfrm>
          <a:prstGeom prst="snip1Rect">
            <a:avLst>
              <a:gd fmla="val 29467" name="adj"/>
            </a:avLst>
          </a:prstGeom>
          <a:noFill/>
          <a:ln>
            <a:noFill/>
          </a:ln>
        </p:spPr>
      </p:sp>
      <p:sp>
        <p:nvSpPr>
          <p:cNvPr id="274" name="Google Shape;274;p43"/>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275" name="Google Shape;275;p43"/>
          <p:cNvSpPr txBox="1"/>
          <p:nvPr>
            <p:ph type="title"/>
          </p:nvPr>
        </p:nvSpPr>
        <p:spPr>
          <a:xfrm>
            <a:off x="333925" y="587150"/>
            <a:ext cx="8475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6" name="Google Shape;276;p43"/>
          <p:cNvSpPr txBox="1"/>
          <p:nvPr>
            <p:ph idx="4"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77" name="Google Shape;277;p43"/>
          <p:cNvSpPr txBox="1"/>
          <p:nvPr>
            <p:ph idx="5"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right, long text">
  <p:cSld name="ONE_COLUMN_TEXT_1_1">
    <p:bg>
      <p:bgPr>
        <a:solidFill>
          <a:schemeClr val="lt1"/>
        </a:solidFill>
      </p:bgPr>
    </p:bg>
    <p:spTree>
      <p:nvGrpSpPr>
        <p:cNvPr id="278" name="Shape 278"/>
        <p:cNvGrpSpPr/>
        <p:nvPr/>
      </p:nvGrpSpPr>
      <p:grpSpPr>
        <a:xfrm>
          <a:off x="0" y="0"/>
          <a:ext cx="0" cy="0"/>
          <a:chOff x="0" y="0"/>
          <a:chExt cx="0" cy="0"/>
        </a:xfrm>
      </p:grpSpPr>
      <p:sp>
        <p:nvSpPr>
          <p:cNvPr id="279" name="Google Shape;279;p44"/>
          <p:cNvSpPr/>
          <p:nvPr/>
        </p:nvSpPr>
        <p:spPr>
          <a:xfrm>
            <a:off x="3253825" y="1202325"/>
            <a:ext cx="5453100" cy="904500"/>
          </a:xfrm>
          <a:prstGeom prst="snip1Rect">
            <a:avLst>
              <a:gd fmla="val 35019"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Tight"/>
              <a:ea typeface="Inter Tight"/>
              <a:cs typeface="Inter Tight"/>
              <a:sym typeface="Inter Tight"/>
            </a:endParaRPr>
          </a:p>
        </p:txBody>
      </p:sp>
      <p:sp>
        <p:nvSpPr>
          <p:cNvPr id="280" name="Google Shape;280;p44"/>
          <p:cNvSpPr txBox="1"/>
          <p:nvPr>
            <p:ph idx="1" type="subTitle"/>
          </p:nvPr>
        </p:nvSpPr>
        <p:spPr>
          <a:xfrm>
            <a:off x="3253950" y="1202200"/>
            <a:ext cx="5136900" cy="35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lgn="l">
              <a:lnSpc>
                <a:spcPct val="100000"/>
              </a:lnSpc>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281" name="Google Shape;281;p44"/>
          <p:cNvSpPr/>
          <p:nvPr>
            <p:ph idx="2" type="pic"/>
          </p:nvPr>
        </p:nvSpPr>
        <p:spPr>
          <a:xfrm>
            <a:off x="434125" y="2147825"/>
            <a:ext cx="8275200" cy="2679300"/>
          </a:xfrm>
          <a:prstGeom prst="snip1Rect">
            <a:avLst>
              <a:gd fmla="val 29467" name="adj"/>
            </a:avLst>
          </a:prstGeom>
          <a:noFill/>
          <a:ln>
            <a:noFill/>
          </a:ln>
        </p:spPr>
      </p:sp>
      <p:sp>
        <p:nvSpPr>
          <p:cNvPr id="282" name="Google Shape;282;p44"/>
          <p:cNvSpPr txBox="1"/>
          <p:nvPr>
            <p:ph idx="3" type="body"/>
          </p:nvPr>
        </p:nvSpPr>
        <p:spPr>
          <a:xfrm>
            <a:off x="3253950" y="1460325"/>
            <a:ext cx="5453100" cy="646500"/>
          </a:xfrm>
          <a:prstGeom prst="rect">
            <a:avLst/>
          </a:prstGeom>
          <a:noFill/>
          <a:ln>
            <a:noFill/>
          </a:ln>
        </p:spPr>
        <p:txBody>
          <a:bodyPr anchorCtr="0" anchor="t" bIns="91425" lIns="91425" spcFirstLastPara="1" rIns="91425" wrap="square" tIns="91425">
            <a:spAutoFit/>
          </a:bodyPr>
          <a:lstStyle>
            <a:lvl1pPr indent="-292100" lvl="0" marL="457200" algn="l">
              <a:lnSpc>
                <a:spcPct val="100000"/>
              </a:lnSpc>
              <a:spcBef>
                <a:spcPts val="0"/>
              </a:spcBef>
              <a:spcAft>
                <a:spcPts val="0"/>
              </a:spcAft>
              <a:buClr>
                <a:schemeClr val="lt1"/>
              </a:buClr>
              <a:buSzPts val="1000"/>
              <a:buChar char="●"/>
              <a:defRPr sz="1000">
                <a:solidFill>
                  <a:schemeClr val="lt1"/>
                </a:solidFill>
              </a:defRPr>
            </a:lvl1pPr>
            <a:lvl2pPr indent="-292100" lvl="1" marL="914400" algn="l">
              <a:lnSpc>
                <a:spcPct val="100000"/>
              </a:lnSpc>
              <a:spcBef>
                <a:spcPts val="0"/>
              </a:spcBef>
              <a:spcAft>
                <a:spcPts val="0"/>
              </a:spcAft>
              <a:buClr>
                <a:schemeClr val="lt1"/>
              </a:buClr>
              <a:buSzPts val="1000"/>
              <a:buChar char="○"/>
              <a:defRPr sz="1000">
                <a:solidFill>
                  <a:schemeClr val="lt1"/>
                </a:solidFill>
              </a:defRPr>
            </a:lvl2pPr>
            <a:lvl3pPr indent="-292100" lvl="2" marL="1371600" algn="l">
              <a:lnSpc>
                <a:spcPct val="100000"/>
              </a:lnSpc>
              <a:spcBef>
                <a:spcPts val="0"/>
              </a:spcBef>
              <a:spcAft>
                <a:spcPts val="0"/>
              </a:spcAft>
              <a:buClr>
                <a:schemeClr val="lt1"/>
              </a:buClr>
              <a:buSzPts val="1000"/>
              <a:buChar char="■"/>
              <a:defRPr sz="1000">
                <a:solidFill>
                  <a:schemeClr val="lt1"/>
                </a:solidFill>
              </a:defRPr>
            </a:lvl3pPr>
            <a:lvl4pPr indent="-292100" lvl="3" marL="1828800" algn="l">
              <a:lnSpc>
                <a:spcPct val="100000"/>
              </a:lnSpc>
              <a:spcBef>
                <a:spcPts val="0"/>
              </a:spcBef>
              <a:spcAft>
                <a:spcPts val="0"/>
              </a:spcAft>
              <a:buClr>
                <a:schemeClr val="lt1"/>
              </a:buClr>
              <a:buSzPts val="1000"/>
              <a:buChar char="●"/>
              <a:defRPr sz="1000">
                <a:solidFill>
                  <a:schemeClr val="lt1"/>
                </a:solidFill>
              </a:defRPr>
            </a:lvl4pPr>
            <a:lvl5pPr indent="-292100" lvl="4" marL="2286000" algn="l">
              <a:lnSpc>
                <a:spcPct val="100000"/>
              </a:lnSpc>
              <a:spcBef>
                <a:spcPts val="0"/>
              </a:spcBef>
              <a:spcAft>
                <a:spcPts val="0"/>
              </a:spcAft>
              <a:buClr>
                <a:schemeClr val="lt1"/>
              </a:buClr>
              <a:buSzPts val="1000"/>
              <a:buChar char="○"/>
              <a:defRPr sz="1000">
                <a:solidFill>
                  <a:schemeClr val="lt1"/>
                </a:solidFill>
              </a:defRPr>
            </a:lvl5pPr>
            <a:lvl6pPr indent="-292100" lvl="5" marL="2743200" algn="l">
              <a:lnSpc>
                <a:spcPct val="100000"/>
              </a:lnSpc>
              <a:spcBef>
                <a:spcPts val="0"/>
              </a:spcBef>
              <a:spcAft>
                <a:spcPts val="0"/>
              </a:spcAft>
              <a:buClr>
                <a:schemeClr val="lt1"/>
              </a:buClr>
              <a:buSzPts val="1000"/>
              <a:buChar char="■"/>
              <a:defRPr sz="1000">
                <a:solidFill>
                  <a:schemeClr val="lt1"/>
                </a:solidFill>
              </a:defRPr>
            </a:lvl6pPr>
            <a:lvl7pPr indent="-292100" lvl="6" marL="3200400" algn="l">
              <a:lnSpc>
                <a:spcPct val="100000"/>
              </a:lnSpc>
              <a:spcBef>
                <a:spcPts val="0"/>
              </a:spcBef>
              <a:spcAft>
                <a:spcPts val="0"/>
              </a:spcAft>
              <a:buClr>
                <a:schemeClr val="lt1"/>
              </a:buClr>
              <a:buSzPts val="1000"/>
              <a:buChar char="●"/>
              <a:defRPr sz="1000">
                <a:solidFill>
                  <a:schemeClr val="lt1"/>
                </a:solidFill>
              </a:defRPr>
            </a:lvl7pPr>
            <a:lvl8pPr indent="-292100" lvl="7" marL="3657600" algn="l">
              <a:lnSpc>
                <a:spcPct val="100000"/>
              </a:lnSpc>
              <a:spcBef>
                <a:spcPts val="0"/>
              </a:spcBef>
              <a:spcAft>
                <a:spcPts val="0"/>
              </a:spcAft>
              <a:buClr>
                <a:schemeClr val="lt1"/>
              </a:buClr>
              <a:buSzPts val="1000"/>
              <a:buChar char="○"/>
              <a:defRPr sz="1000">
                <a:solidFill>
                  <a:schemeClr val="lt1"/>
                </a:solidFill>
              </a:defRPr>
            </a:lvl8pPr>
            <a:lvl9pPr indent="-292100" lvl="8" marL="4114800" algn="l">
              <a:lnSpc>
                <a:spcPct val="100000"/>
              </a:lnSpc>
              <a:spcBef>
                <a:spcPts val="0"/>
              </a:spcBef>
              <a:spcAft>
                <a:spcPts val="0"/>
              </a:spcAft>
              <a:buClr>
                <a:schemeClr val="lt1"/>
              </a:buClr>
              <a:buSzPts val="1000"/>
              <a:buChar char="■"/>
              <a:defRPr sz="1000">
                <a:solidFill>
                  <a:schemeClr val="lt1"/>
                </a:solidFill>
              </a:defRPr>
            </a:lvl9pPr>
          </a:lstStyle>
          <a:p/>
        </p:txBody>
      </p:sp>
      <p:sp>
        <p:nvSpPr>
          <p:cNvPr id="283" name="Google Shape;283;p44"/>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284" name="Google Shape;284;p44"/>
          <p:cNvSpPr txBox="1"/>
          <p:nvPr>
            <p:ph type="title"/>
          </p:nvPr>
        </p:nvSpPr>
        <p:spPr>
          <a:xfrm>
            <a:off x="333925" y="587150"/>
            <a:ext cx="8475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5" name="Google Shape;285;p44"/>
          <p:cNvSpPr txBox="1"/>
          <p:nvPr>
            <p:ph idx="4"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86" name="Google Shape;286;p44"/>
          <p:cNvSpPr txBox="1"/>
          <p:nvPr>
            <p:ph idx="5"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87" name="Google Shape;287;p44"/>
          <p:cNvSpPr/>
          <p:nvPr/>
        </p:nvSpPr>
        <p:spPr>
          <a:xfrm rot="-6523">
            <a:off x="8390811"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Inter Tight"/>
                <a:ea typeface="Inter Tight"/>
                <a:cs typeface="Inter Tight"/>
                <a:sym typeface="Inter Tight"/>
              </a:rPr>
              <a:t> </a:t>
            </a:r>
            <a:endParaRPr b="0" i="0" sz="1400" u="none" cap="none" strike="noStrike">
              <a:solidFill>
                <a:schemeClr val="dk1"/>
              </a:solidFill>
              <a:latin typeface="Inter Tight"/>
              <a:ea typeface="Inter Tight"/>
              <a:cs typeface="Inter Tight"/>
              <a:sym typeface="Inter Tight"/>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
    <p:bg>
      <p:bgPr>
        <a:solidFill>
          <a:schemeClr val="lt1"/>
        </a:solidFill>
      </p:bgPr>
    </p:bg>
    <p:spTree>
      <p:nvGrpSpPr>
        <p:cNvPr id="288" name="Shape 288"/>
        <p:cNvGrpSpPr/>
        <p:nvPr/>
      </p:nvGrpSpPr>
      <p:grpSpPr>
        <a:xfrm>
          <a:off x="0" y="0"/>
          <a:ext cx="0" cy="0"/>
          <a:chOff x="0" y="0"/>
          <a:chExt cx="0" cy="0"/>
        </a:xfrm>
      </p:grpSpPr>
      <p:grpSp>
        <p:nvGrpSpPr>
          <p:cNvPr id="289" name="Google Shape;289;p45"/>
          <p:cNvGrpSpPr/>
          <p:nvPr/>
        </p:nvGrpSpPr>
        <p:grpSpPr>
          <a:xfrm>
            <a:off x="0" y="-444969"/>
            <a:ext cx="9144000" cy="5588569"/>
            <a:chOff x="0" y="-444969"/>
            <a:chExt cx="9144000" cy="5588569"/>
          </a:xfrm>
        </p:grpSpPr>
        <p:grpSp>
          <p:nvGrpSpPr>
            <p:cNvPr id="290" name="Google Shape;290;p45"/>
            <p:cNvGrpSpPr/>
            <p:nvPr/>
          </p:nvGrpSpPr>
          <p:grpSpPr>
            <a:xfrm>
              <a:off x="0" y="100"/>
              <a:ext cx="9144000" cy="5143500"/>
              <a:chOff x="0" y="100"/>
              <a:chExt cx="9144000" cy="5143500"/>
            </a:xfrm>
          </p:grpSpPr>
          <p:sp>
            <p:nvSpPr>
              <p:cNvPr id="291" name="Google Shape;291;p45"/>
              <p:cNvSpPr/>
              <p:nvPr/>
            </p:nvSpPr>
            <p:spPr>
              <a:xfrm>
                <a:off x="0" y="100"/>
                <a:ext cx="9144000" cy="5143500"/>
              </a:xfrm>
              <a:prstGeom prst="snip1Rect">
                <a:avLst>
                  <a:gd fmla="val 40868"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Tight"/>
                  <a:ea typeface="Inter Tight"/>
                  <a:cs typeface="Inter Tight"/>
                  <a:sym typeface="Inter Tight"/>
                </a:endParaRPr>
              </a:p>
            </p:txBody>
          </p:sp>
          <p:sp>
            <p:nvSpPr>
              <p:cNvPr id="292" name="Google Shape;292;p45"/>
              <p:cNvSpPr/>
              <p:nvPr/>
            </p:nvSpPr>
            <p:spPr>
              <a:xfrm rot="10800000">
                <a:off x="7036475" y="1219850"/>
                <a:ext cx="2107500" cy="1861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Tight"/>
                  <a:ea typeface="Inter Tight"/>
                  <a:cs typeface="Inter Tight"/>
                  <a:sym typeface="Inter Tight"/>
                </a:endParaRPr>
              </a:p>
            </p:txBody>
          </p:sp>
        </p:grpSp>
        <p:sp>
          <p:nvSpPr>
            <p:cNvPr id="293" name="Google Shape;293;p45"/>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grpSp>
      <p:sp>
        <p:nvSpPr>
          <p:cNvPr id="294" name="Google Shape;294;p45"/>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295" name="Google Shape;295;p45"/>
          <p:cNvSpPr txBox="1"/>
          <p:nvPr>
            <p:ph type="title"/>
          </p:nvPr>
        </p:nvSpPr>
        <p:spPr>
          <a:xfrm>
            <a:off x="2479675" y="1637413"/>
            <a:ext cx="41847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296" name="Google Shape;296;p45"/>
          <p:cNvSpPr txBox="1"/>
          <p:nvPr>
            <p:ph idx="1" type="body"/>
          </p:nvPr>
        </p:nvSpPr>
        <p:spPr>
          <a:xfrm>
            <a:off x="2479675" y="2291377"/>
            <a:ext cx="4184700" cy="22881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Clr>
                <a:schemeClr val="lt1"/>
              </a:buClr>
              <a:buSzPts val="1700"/>
              <a:buChar char="●"/>
              <a:defRPr>
                <a:solidFill>
                  <a:schemeClr val="lt1"/>
                </a:solidFill>
              </a:defRPr>
            </a:lvl1pPr>
            <a:lvl2pPr indent="-336550" lvl="1" marL="914400" algn="l">
              <a:lnSpc>
                <a:spcPct val="100000"/>
              </a:lnSpc>
              <a:spcBef>
                <a:spcPts val="0"/>
              </a:spcBef>
              <a:spcAft>
                <a:spcPts val="0"/>
              </a:spcAft>
              <a:buClr>
                <a:schemeClr val="lt1"/>
              </a:buClr>
              <a:buSzPts val="1700"/>
              <a:buChar char="○"/>
              <a:defRPr>
                <a:solidFill>
                  <a:schemeClr val="lt1"/>
                </a:solidFill>
              </a:defRPr>
            </a:lvl2pPr>
            <a:lvl3pPr indent="-336550" lvl="2" marL="1371600" algn="l">
              <a:lnSpc>
                <a:spcPct val="100000"/>
              </a:lnSpc>
              <a:spcBef>
                <a:spcPts val="0"/>
              </a:spcBef>
              <a:spcAft>
                <a:spcPts val="0"/>
              </a:spcAft>
              <a:buClr>
                <a:schemeClr val="lt1"/>
              </a:buClr>
              <a:buSzPts val="1700"/>
              <a:buChar char="■"/>
              <a:defRPr>
                <a:solidFill>
                  <a:schemeClr val="lt1"/>
                </a:solidFill>
              </a:defRPr>
            </a:lvl3pPr>
            <a:lvl4pPr indent="-336550" lvl="3" marL="1828800" algn="l">
              <a:lnSpc>
                <a:spcPct val="100000"/>
              </a:lnSpc>
              <a:spcBef>
                <a:spcPts val="0"/>
              </a:spcBef>
              <a:spcAft>
                <a:spcPts val="0"/>
              </a:spcAft>
              <a:buClr>
                <a:schemeClr val="lt1"/>
              </a:buClr>
              <a:buSzPts val="1700"/>
              <a:buChar char="●"/>
              <a:defRPr>
                <a:solidFill>
                  <a:schemeClr val="lt1"/>
                </a:solidFill>
              </a:defRPr>
            </a:lvl4pPr>
            <a:lvl5pPr indent="-336550" lvl="4" marL="2286000" algn="l">
              <a:lnSpc>
                <a:spcPct val="100000"/>
              </a:lnSpc>
              <a:spcBef>
                <a:spcPts val="0"/>
              </a:spcBef>
              <a:spcAft>
                <a:spcPts val="0"/>
              </a:spcAft>
              <a:buClr>
                <a:schemeClr val="lt1"/>
              </a:buClr>
              <a:buSzPts val="1700"/>
              <a:buChar char="○"/>
              <a:defRPr>
                <a:solidFill>
                  <a:schemeClr val="lt1"/>
                </a:solidFill>
              </a:defRPr>
            </a:lvl5pPr>
            <a:lvl6pPr indent="-336550" lvl="5" marL="2743200" algn="l">
              <a:lnSpc>
                <a:spcPct val="100000"/>
              </a:lnSpc>
              <a:spcBef>
                <a:spcPts val="0"/>
              </a:spcBef>
              <a:spcAft>
                <a:spcPts val="0"/>
              </a:spcAft>
              <a:buClr>
                <a:schemeClr val="lt1"/>
              </a:buClr>
              <a:buSzPts val="1700"/>
              <a:buChar char="■"/>
              <a:defRPr>
                <a:solidFill>
                  <a:schemeClr val="lt1"/>
                </a:solidFill>
              </a:defRPr>
            </a:lvl6pPr>
            <a:lvl7pPr indent="-336550" lvl="6" marL="3200400" algn="l">
              <a:lnSpc>
                <a:spcPct val="100000"/>
              </a:lnSpc>
              <a:spcBef>
                <a:spcPts val="0"/>
              </a:spcBef>
              <a:spcAft>
                <a:spcPts val="0"/>
              </a:spcAft>
              <a:buClr>
                <a:schemeClr val="lt1"/>
              </a:buClr>
              <a:buSzPts val="1700"/>
              <a:buChar char="●"/>
              <a:defRPr>
                <a:solidFill>
                  <a:schemeClr val="lt1"/>
                </a:solidFill>
              </a:defRPr>
            </a:lvl7pPr>
            <a:lvl8pPr indent="-336550" lvl="7" marL="3657600" algn="l">
              <a:lnSpc>
                <a:spcPct val="100000"/>
              </a:lnSpc>
              <a:spcBef>
                <a:spcPts val="0"/>
              </a:spcBef>
              <a:spcAft>
                <a:spcPts val="0"/>
              </a:spcAft>
              <a:buClr>
                <a:schemeClr val="lt1"/>
              </a:buClr>
              <a:buSzPts val="1700"/>
              <a:buChar char="○"/>
              <a:defRPr>
                <a:solidFill>
                  <a:schemeClr val="lt1"/>
                </a:solidFill>
              </a:defRPr>
            </a:lvl8pPr>
            <a:lvl9pPr indent="-336550" lvl="8" marL="4114800" algn="l">
              <a:lnSpc>
                <a:spcPct val="100000"/>
              </a:lnSpc>
              <a:spcBef>
                <a:spcPts val="0"/>
              </a:spcBef>
              <a:spcAft>
                <a:spcPts val="0"/>
              </a:spcAft>
              <a:buClr>
                <a:schemeClr val="lt1"/>
              </a:buClr>
              <a:buSzPts val="1700"/>
              <a:buChar char="■"/>
              <a:defRPr>
                <a:solidFill>
                  <a:schemeClr val="lt1"/>
                </a:solidFill>
              </a:defRPr>
            </a:lvl9pPr>
          </a:lstStyle>
          <a:p/>
        </p:txBody>
      </p:sp>
      <p:sp>
        <p:nvSpPr>
          <p:cNvPr id="297" name="Google Shape;297;p45"/>
          <p:cNvSpPr txBox="1"/>
          <p:nvPr>
            <p:ph idx="2"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98" name="Google Shape;298;p45"/>
          <p:cNvSpPr txBox="1"/>
          <p:nvPr>
            <p:ph idx="3"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2">
  <p:cSld name="MAIN_POINT">
    <p:bg>
      <p:bgPr>
        <a:solidFill>
          <a:schemeClr val="lt1"/>
        </a:solidFill>
      </p:bgPr>
    </p:bg>
    <p:spTree>
      <p:nvGrpSpPr>
        <p:cNvPr id="299" name="Shape 299"/>
        <p:cNvGrpSpPr/>
        <p:nvPr/>
      </p:nvGrpSpPr>
      <p:grpSpPr>
        <a:xfrm>
          <a:off x="0" y="0"/>
          <a:ext cx="0" cy="0"/>
          <a:chOff x="0" y="0"/>
          <a:chExt cx="0" cy="0"/>
        </a:xfrm>
      </p:grpSpPr>
      <p:sp>
        <p:nvSpPr>
          <p:cNvPr id="300" name="Google Shape;300;p46"/>
          <p:cNvSpPr/>
          <p:nvPr>
            <p:ph idx="2" type="pic"/>
          </p:nvPr>
        </p:nvSpPr>
        <p:spPr>
          <a:xfrm rot="300107">
            <a:off x="4903200" y="846465"/>
            <a:ext cx="3950142" cy="3456249"/>
          </a:xfrm>
          <a:prstGeom prst="snip1Rect">
            <a:avLst>
              <a:gd fmla="val 16667" name="adj"/>
            </a:avLst>
          </a:prstGeom>
          <a:noFill/>
          <a:ln>
            <a:noFill/>
          </a:ln>
        </p:spPr>
      </p:sp>
      <p:sp>
        <p:nvSpPr>
          <p:cNvPr id="301" name="Google Shape;301;p46"/>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302" name="Google Shape;302;p46"/>
          <p:cNvSpPr txBox="1"/>
          <p:nvPr>
            <p:ph type="title"/>
          </p:nvPr>
        </p:nvSpPr>
        <p:spPr>
          <a:xfrm>
            <a:off x="333925" y="1249533"/>
            <a:ext cx="3662100" cy="960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3" name="Google Shape;303;p46"/>
          <p:cNvSpPr txBox="1"/>
          <p:nvPr>
            <p:ph idx="1" type="body"/>
          </p:nvPr>
        </p:nvSpPr>
        <p:spPr>
          <a:xfrm>
            <a:off x="333925" y="2291390"/>
            <a:ext cx="3662100" cy="1493100"/>
          </a:xfrm>
          <a:prstGeom prst="rect">
            <a:avLst/>
          </a:prstGeom>
          <a:noFill/>
          <a:ln>
            <a:noFill/>
          </a:ln>
        </p:spPr>
        <p:txBody>
          <a:bodyPr anchorCtr="0" anchor="t" bIns="91425" lIns="91425" spcFirstLastPara="1" rIns="91425" wrap="square" tIns="91425">
            <a:spAutoFit/>
          </a:bodyPr>
          <a:lstStyle>
            <a:lvl1pPr indent="-336550" lvl="0" marL="457200" algn="l">
              <a:lnSpc>
                <a:spcPct val="100000"/>
              </a:lnSpc>
              <a:spcBef>
                <a:spcPts val="0"/>
              </a:spcBef>
              <a:spcAft>
                <a:spcPts val="0"/>
              </a:spcAft>
              <a:buSzPts val="1700"/>
              <a:buChar char="●"/>
              <a:defRPr/>
            </a:lvl1pPr>
            <a:lvl2pPr indent="-336550" lvl="1" marL="914400" algn="l">
              <a:lnSpc>
                <a:spcPct val="100000"/>
              </a:lnSpc>
              <a:spcBef>
                <a:spcPts val="0"/>
              </a:spcBef>
              <a:spcAft>
                <a:spcPts val="0"/>
              </a:spcAft>
              <a:buSzPts val="1700"/>
              <a:buChar char="○"/>
              <a:defRPr/>
            </a:lvl2pPr>
            <a:lvl3pPr indent="-336550" lvl="2" marL="1371600" algn="l">
              <a:lnSpc>
                <a:spcPct val="100000"/>
              </a:lnSpc>
              <a:spcBef>
                <a:spcPts val="0"/>
              </a:spcBef>
              <a:spcAft>
                <a:spcPts val="0"/>
              </a:spcAft>
              <a:buSzPts val="1700"/>
              <a:buChar char="■"/>
              <a:defRPr/>
            </a:lvl3pPr>
            <a:lvl4pPr indent="-336550" lvl="3" marL="1828800" algn="l">
              <a:lnSpc>
                <a:spcPct val="100000"/>
              </a:lnSpc>
              <a:spcBef>
                <a:spcPts val="0"/>
              </a:spcBef>
              <a:spcAft>
                <a:spcPts val="0"/>
              </a:spcAft>
              <a:buSzPts val="1700"/>
              <a:buChar char="●"/>
              <a:defRPr/>
            </a:lvl4pPr>
            <a:lvl5pPr indent="-336550" lvl="4" marL="2286000" algn="l">
              <a:lnSpc>
                <a:spcPct val="100000"/>
              </a:lnSpc>
              <a:spcBef>
                <a:spcPts val="0"/>
              </a:spcBef>
              <a:spcAft>
                <a:spcPts val="0"/>
              </a:spcAft>
              <a:buSzPts val="1700"/>
              <a:buChar char="○"/>
              <a:defRPr/>
            </a:lvl5pPr>
            <a:lvl6pPr indent="-336550" lvl="5" marL="2743200" algn="l">
              <a:lnSpc>
                <a:spcPct val="100000"/>
              </a:lnSpc>
              <a:spcBef>
                <a:spcPts val="0"/>
              </a:spcBef>
              <a:spcAft>
                <a:spcPts val="0"/>
              </a:spcAft>
              <a:buSzPts val="1700"/>
              <a:buChar char="■"/>
              <a:defRPr/>
            </a:lvl6pPr>
            <a:lvl7pPr indent="-336550" lvl="6" marL="3200400" algn="l">
              <a:lnSpc>
                <a:spcPct val="100000"/>
              </a:lnSpc>
              <a:spcBef>
                <a:spcPts val="0"/>
              </a:spcBef>
              <a:spcAft>
                <a:spcPts val="0"/>
              </a:spcAft>
              <a:buSzPts val="1700"/>
              <a:buChar char="●"/>
              <a:defRPr/>
            </a:lvl7pPr>
            <a:lvl8pPr indent="-336550" lvl="7" marL="3657600" algn="l">
              <a:lnSpc>
                <a:spcPct val="100000"/>
              </a:lnSpc>
              <a:spcBef>
                <a:spcPts val="0"/>
              </a:spcBef>
              <a:spcAft>
                <a:spcPts val="0"/>
              </a:spcAft>
              <a:buSzPts val="1700"/>
              <a:buChar char="○"/>
              <a:defRPr/>
            </a:lvl8pPr>
            <a:lvl9pPr indent="-336550" lvl="8" marL="4114800" algn="l">
              <a:lnSpc>
                <a:spcPct val="100000"/>
              </a:lnSpc>
              <a:spcBef>
                <a:spcPts val="0"/>
              </a:spcBef>
              <a:spcAft>
                <a:spcPts val="0"/>
              </a:spcAft>
              <a:buSzPts val="1700"/>
              <a:buChar char="■"/>
              <a:defRPr/>
            </a:lvl9pPr>
          </a:lstStyle>
          <a:p/>
        </p:txBody>
      </p:sp>
      <p:sp>
        <p:nvSpPr>
          <p:cNvPr id="304" name="Google Shape;304;p46"/>
          <p:cNvSpPr txBox="1"/>
          <p:nvPr>
            <p:ph idx="3"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305" name="Google Shape;305;p46"/>
          <p:cNvSpPr txBox="1"/>
          <p:nvPr>
            <p:ph idx="4"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descriptions">
  <p:cSld name="SECTION_TITLE_AND_DESCRIPTION">
    <p:bg>
      <p:bgPr>
        <a:solidFill>
          <a:schemeClr val="lt1"/>
        </a:solidFill>
      </p:bgPr>
    </p:bg>
    <p:spTree>
      <p:nvGrpSpPr>
        <p:cNvPr id="306" name="Shape 306"/>
        <p:cNvGrpSpPr/>
        <p:nvPr/>
      </p:nvGrpSpPr>
      <p:grpSpPr>
        <a:xfrm>
          <a:off x="0" y="0"/>
          <a:ext cx="0" cy="0"/>
          <a:chOff x="0" y="0"/>
          <a:chExt cx="0" cy="0"/>
        </a:xfrm>
      </p:grpSpPr>
      <p:sp>
        <p:nvSpPr>
          <p:cNvPr id="307" name="Google Shape;307;p47"/>
          <p:cNvSpPr/>
          <p:nvPr>
            <p:ph idx="2" type="pic"/>
          </p:nvPr>
        </p:nvSpPr>
        <p:spPr>
          <a:xfrm>
            <a:off x="3544863" y="1543050"/>
            <a:ext cx="2057400" cy="2057400"/>
          </a:xfrm>
          <a:prstGeom prst="snip1Rect">
            <a:avLst>
              <a:gd fmla="val 24426" name="adj"/>
            </a:avLst>
          </a:prstGeom>
          <a:noFill/>
          <a:ln>
            <a:noFill/>
          </a:ln>
        </p:spPr>
      </p:sp>
      <p:sp>
        <p:nvSpPr>
          <p:cNvPr id="308" name="Google Shape;308;p47"/>
          <p:cNvSpPr/>
          <p:nvPr>
            <p:ph idx="3" type="pic"/>
          </p:nvPr>
        </p:nvSpPr>
        <p:spPr>
          <a:xfrm>
            <a:off x="6658538" y="1543050"/>
            <a:ext cx="2057400" cy="2057400"/>
          </a:xfrm>
          <a:prstGeom prst="snip1Rect">
            <a:avLst>
              <a:gd fmla="val 24426" name="adj"/>
            </a:avLst>
          </a:prstGeom>
          <a:noFill/>
          <a:ln>
            <a:noFill/>
          </a:ln>
        </p:spPr>
      </p:sp>
      <p:sp>
        <p:nvSpPr>
          <p:cNvPr id="309" name="Google Shape;309;p47"/>
          <p:cNvSpPr/>
          <p:nvPr>
            <p:ph idx="4" type="pic"/>
          </p:nvPr>
        </p:nvSpPr>
        <p:spPr>
          <a:xfrm>
            <a:off x="431200" y="1543050"/>
            <a:ext cx="2057400" cy="2057400"/>
          </a:xfrm>
          <a:prstGeom prst="snip1Rect">
            <a:avLst>
              <a:gd fmla="val 24426" name="adj"/>
            </a:avLst>
          </a:prstGeom>
          <a:noFill/>
          <a:ln>
            <a:noFill/>
          </a:ln>
        </p:spPr>
      </p:sp>
      <p:sp>
        <p:nvSpPr>
          <p:cNvPr id="310" name="Google Shape;310;p47"/>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311" name="Google Shape;311;p47"/>
          <p:cNvSpPr txBox="1"/>
          <p:nvPr>
            <p:ph type="title"/>
          </p:nvPr>
        </p:nvSpPr>
        <p:spPr>
          <a:xfrm>
            <a:off x="333925" y="587150"/>
            <a:ext cx="8475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2" name="Google Shape;312;p47"/>
          <p:cNvSpPr txBox="1"/>
          <p:nvPr>
            <p:ph idx="1" type="subTitle"/>
          </p:nvPr>
        </p:nvSpPr>
        <p:spPr>
          <a:xfrm>
            <a:off x="381100" y="3676650"/>
            <a:ext cx="2107500" cy="35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313" name="Google Shape;313;p47"/>
          <p:cNvSpPr txBox="1"/>
          <p:nvPr>
            <p:ph idx="5" type="subTitle"/>
          </p:nvPr>
        </p:nvSpPr>
        <p:spPr>
          <a:xfrm>
            <a:off x="3494775" y="3676650"/>
            <a:ext cx="2107500" cy="35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314" name="Google Shape;314;p47"/>
          <p:cNvSpPr txBox="1"/>
          <p:nvPr>
            <p:ph idx="6" type="subTitle"/>
          </p:nvPr>
        </p:nvSpPr>
        <p:spPr>
          <a:xfrm>
            <a:off x="6608438" y="3676650"/>
            <a:ext cx="2107500" cy="3540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lgn="l">
              <a:lnSpc>
                <a:spcPct val="100000"/>
              </a:lnSpc>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315" name="Google Shape;315;p47"/>
          <p:cNvSpPr txBox="1"/>
          <p:nvPr>
            <p:ph idx="7"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316" name="Google Shape;316;p47"/>
          <p:cNvSpPr txBox="1"/>
          <p:nvPr>
            <p:ph idx="8"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wo column bullet points">
  <p:cSld name="CAPTION_ONLY">
    <p:bg>
      <p:bgPr>
        <a:solidFill>
          <a:schemeClr val="lt1"/>
        </a:solidFill>
      </p:bgPr>
    </p:bg>
    <p:spTree>
      <p:nvGrpSpPr>
        <p:cNvPr id="317" name="Shape 317"/>
        <p:cNvGrpSpPr/>
        <p:nvPr/>
      </p:nvGrpSpPr>
      <p:grpSpPr>
        <a:xfrm>
          <a:off x="0" y="0"/>
          <a:ext cx="0" cy="0"/>
          <a:chOff x="0" y="0"/>
          <a:chExt cx="0" cy="0"/>
        </a:xfrm>
      </p:grpSpPr>
      <p:grpSp>
        <p:nvGrpSpPr>
          <p:cNvPr id="318" name="Google Shape;318;p48"/>
          <p:cNvGrpSpPr/>
          <p:nvPr/>
        </p:nvGrpSpPr>
        <p:grpSpPr>
          <a:xfrm>
            <a:off x="0" y="-444969"/>
            <a:ext cx="9144000" cy="5588569"/>
            <a:chOff x="0" y="-444969"/>
            <a:chExt cx="9144000" cy="5588569"/>
          </a:xfrm>
        </p:grpSpPr>
        <p:grpSp>
          <p:nvGrpSpPr>
            <p:cNvPr id="319" name="Google Shape;319;p48"/>
            <p:cNvGrpSpPr/>
            <p:nvPr/>
          </p:nvGrpSpPr>
          <p:grpSpPr>
            <a:xfrm>
              <a:off x="0" y="100"/>
              <a:ext cx="9144000" cy="5143500"/>
              <a:chOff x="0" y="100"/>
              <a:chExt cx="9144000" cy="5143500"/>
            </a:xfrm>
          </p:grpSpPr>
          <p:sp>
            <p:nvSpPr>
              <p:cNvPr id="320" name="Google Shape;320;p48"/>
              <p:cNvSpPr/>
              <p:nvPr/>
            </p:nvSpPr>
            <p:spPr>
              <a:xfrm>
                <a:off x="0" y="100"/>
                <a:ext cx="9144000" cy="5143500"/>
              </a:xfrm>
              <a:prstGeom prst="snip1Rect">
                <a:avLst>
                  <a:gd fmla="val 40868"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Inter Tight"/>
                  <a:ea typeface="Inter Tight"/>
                  <a:cs typeface="Inter Tight"/>
                  <a:sym typeface="Inter Tight"/>
                </a:endParaRPr>
              </a:p>
            </p:txBody>
          </p:sp>
          <p:sp>
            <p:nvSpPr>
              <p:cNvPr id="321" name="Google Shape;321;p48"/>
              <p:cNvSpPr/>
              <p:nvPr/>
            </p:nvSpPr>
            <p:spPr>
              <a:xfrm rot="10800000">
                <a:off x="7036475" y="1219850"/>
                <a:ext cx="2107500" cy="1861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Inter Tight"/>
                  <a:ea typeface="Inter Tight"/>
                  <a:cs typeface="Inter Tight"/>
                  <a:sym typeface="Inter Tight"/>
                </a:endParaRPr>
              </a:p>
            </p:txBody>
          </p:sp>
        </p:grpSp>
        <p:sp>
          <p:nvSpPr>
            <p:cNvPr id="322" name="Google Shape;322;p48"/>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grpSp>
      <p:sp>
        <p:nvSpPr>
          <p:cNvPr id="323" name="Google Shape;323;p48"/>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324" name="Google Shape;324;p48"/>
          <p:cNvSpPr txBox="1"/>
          <p:nvPr>
            <p:ph type="title"/>
          </p:nvPr>
        </p:nvSpPr>
        <p:spPr>
          <a:xfrm>
            <a:off x="333925" y="1249513"/>
            <a:ext cx="3662100" cy="960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325" name="Google Shape;325;p48"/>
          <p:cNvSpPr txBox="1"/>
          <p:nvPr>
            <p:ph idx="1" type="body"/>
          </p:nvPr>
        </p:nvSpPr>
        <p:spPr>
          <a:xfrm>
            <a:off x="333925" y="2291377"/>
            <a:ext cx="3662100" cy="2028300"/>
          </a:xfrm>
          <a:prstGeom prst="rect">
            <a:avLst/>
          </a:prstGeom>
          <a:noFill/>
          <a:ln>
            <a:noFill/>
          </a:ln>
        </p:spPr>
        <p:txBody>
          <a:bodyPr anchorCtr="0" anchor="t" bIns="91425" lIns="91425" spcFirstLastPara="1" rIns="91425" wrap="square" tIns="91425">
            <a:spAutoFit/>
          </a:bodyPr>
          <a:lstStyle>
            <a:lvl1pPr indent="-336550" lvl="0" marL="457200" algn="l">
              <a:lnSpc>
                <a:spcPct val="115000"/>
              </a:lnSpc>
              <a:spcBef>
                <a:spcPts val="0"/>
              </a:spcBef>
              <a:spcAft>
                <a:spcPts val="0"/>
              </a:spcAft>
              <a:buClr>
                <a:schemeClr val="lt1"/>
              </a:buClr>
              <a:buSzPts val="1700"/>
              <a:buChar char="●"/>
              <a:defRPr>
                <a:solidFill>
                  <a:schemeClr val="lt1"/>
                </a:solidFill>
              </a:defRPr>
            </a:lvl1pPr>
          </a:lstStyle>
          <a:p/>
        </p:txBody>
      </p:sp>
      <p:sp>
        <p:nvSpPr>
          <p:cNvPr id="326" name="Google Shape;326;p48"/>
          <p:cNvSpPr txBox="1"/>
          <p:nvPr>
            <p:ph idx="2" type="body"/>
          </p:nvPr>
        </p:nvSpPr>
        <p:spPr>
          <a:xfrm>
            <a:off x="4595076" y="2291377"/>
            <a:ext cx="3662100" cy="2028300"/>
          </a:xfrm>
          <a:prstGeom prst="rect">
            <a:avLst/>
          </a:prstGeom>
          <a:noFill/>
          <a:ln>
            <a:noFill/>
          </a:ln>
        </p:spPr>
        <p:txBody>
          <a:bodyPr anchorCtr="0" anchor="t" bIns="91425" lIns="91425" spcFirstLastPara="1" rIns="91425" wrap="square" tIns="91425">
            <a:spAutoFit/>
          </a:bodyPr>
          <a:lstStyle>
            <a:lvl1pPr indent="-336550" lvl="0" marL="457200" algn="l">
              <a:lnSpc>
                <a:spcPct val="115000"/>
              </a:lnSpc>
              <a:spcBef>
                <a:spcPts val="0"/>
              </a:spcBef>
              <a:spcAft>
                <a:spcPts val="0"/>
              </a:spcAft>
              <a:buClr>
                <a:schemeClr val="lt1"/>
              </a:buClr>
              <a:buSzPts val="1700"/>
              <a:buChar char="●"/>
              <a:defRPr>
                <a:solidFill>
                  <a:schemeClr val="lt1"/>
                </a:solidFill>
              </a:defRPr>
            </a:lvl1pPr>
          </a:lstStyle>
          <a:p/>
        </p:txBody>
      </p:sp>
      <p:sp>
        <p:nvSpPr>
          <p:cNvPr id="327" name="Google Shape;327;p48"/>
          <p:cNvSpPr txBox="1"/>
          <p:nvPr>
            <p:ph idx="3"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328" name="Google Shape;328;p48"/>
          <p:cNvSpPr txBox="1"/>
          <p:nvPr>
            <p:ph idx="4"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eck for understanding">
  <p:cSld name="CAPTION_ONLY_1">
    <p:bg>
      <p:bgPr>
        <a:solidFill>
          <a:schemeClr val="lt1"/>
        </a:solidFill>
      </p:bgPr>
    </p:bg>
    <p:spTree>
      <p:nvGrpSpPr>
        <p:cNvPr id="329" name="Shape 329"/>
        <p:cNvGrpSpPr/>
        <p:nvPr/>
      </p:nvGrpSpPr>
      <p:grpSpPr>
        <a:xfrm>
          <a:off x="0" y="0"/>
          <a:ext cx="0" cy="0"/>
          <a:chOff x="0" y="0"/>
          <a:chExt cx="0" cy="0"/>
        </a:xfrm>
      </p:grpSpPr>
      <p:grpSp>
        <p:nvGrpSpPr>
          <p:cNvPr id="330" name="Google Shape;330;p49"/>
          <p:cNvGrpSpPr/>
          <p:nvPr/>
        </p:nvGrpSpPr>
        <p:grpSpPr>
          <a:xfrm>
            <a:off x="0" y="-444969"/>
            <a:ext cx="9144000" cy="5588569"/>
            <a:chOff x="0" y="-444969"/>
            <a:chExt cx="9144000" cy="5588569"/>
          </a:xfrm>
        </p:grpSpPr>
        <p:sp>
          <p:nvSpPr>
            <p:cNvPr id="331" name="Google Shape;331;p49"/>
            <p:cNvSpPr/>
            <p:nvPr/>
          </p:nvSpPr>
          <p:spPr>
            <a:xfrm>
              <a:off x="0" y="100"/>
              <a:ext cx="9144000" cy="5143500"/>
            </a:xfrm>
            <a:prstGeom prst="snip1Rect">
              <a:avLst>
                <a:gd fmla="val 40868"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Inter Tight"/>
                <a:ea typeface="Inter Tight"/>
                <a:cs typeface="Inter Tight"/>
                <a:sym typeface="Inter Tight"/>
              </a:endParaRPr>
            </a:p>
          </p:txBody>
        </p:sp>
        <p:sp>
          <p:nvSpPr>
            <p:cNvPr id="332" name="Google Shape;332;p49"/>
            <p:cNvSpPr/>
            <p:nvPr/>
          </p:nvSpPr>
          <p:spPr>
            <a:xfrm rot="10800000">
              <a:off x="7036475" y="1219850"/>
              <a:ext cx="2107500" cy="1861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Inter Tight"/>
                <a:ea typeface="Inter Tight"/>
                <a:cs typeface="Inter Tight"/>
                <a:sym typeface="Inter Tight"/>
              </a:endParaRPr>
            </a:p>
          </p:txBody>
        </p:sp>
        <p:sp>
          <p:nvSpPr>
            <p:cNvPr id="333" name="Google Shape;333;p49"/>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grpSp>
      <p:sp>
        <p:nvSpPr>
          <p:cNvPr id="334" name="Google Shape;334;p49"/>
          <p:cNvSpPr txBox="1"/>
          <p:nvPr>
            <p:ph idx="1" type="body"/>
          </p:nvPr>
        </p:nvSpPr>
        <p:spPr>
          <a:xfrm>
            <a:off x="333925" y="3630575"/>
            <a:ext cx="6790800" cy="446400"/>
          </a:xfrm>
          <a:prstGeom prst="rect">
            <a:avLst/>
          </a:prstGeom>
          <a:noFill/>
          <a:ln>
            <a:noFill/>
          </a:ln>
        </p:spPr>
        <p:txBody>
          <a:bodyPr anchorCtr="0" anchor="t" bIns="91425" lIns="91425" spcFirstLastPara="1" rIns="91425" wrap="square" tIns="91425">
            <a:spAutoFit/>
          </a:bodyPr>
          <a:lstStyle>
            <a:lvl1pPr indent="-336550" lvl="0" marL="457200" algn="l">
              <a:lnSpc>
                <a:spcPct val="115000"/>
              </a:lnSpc>
              <a:spcBef>
                <a:spcPts val="0"/>
              </a:spcBef>
              <a:spcAft>
                <a:spcPts val="0"/>
              </a:spcAft>
              <a:buClr>
                <a:schemeClr val="lt1"/>
              </a:buClr>
              <a:buSzPts val="1700"/>
              <a:buChar char="●"/>
              <a:defRPr>
                <a:solidFill>
                  <a:schemeClr val="lt1"/>
                </a:solidFill>
              </a:defRPr>
            </a:lvl1pPr>
            <a:lvl2pPr indent="-336550" lvl="1" marL="914400" algn="l">
              <a:lnSpc>
                <a:spcPct val="115000"/>
              </a:lnSpc>
              <a:spcBef>
                <a:spcPts val="0"/>
              </a:spcBef>
              <a:spcAft>
                <a:spcPts val="0"/>
              </a:spcAft>
              <a:buClr>
                <a:schemeClr val="lt1"/>
              </a:buClr>
              <a:buSzPts val="1700"/>
              <a:buChar char="○"/>
              <a:defRPr>
                <a:solidFill>
                  <a:schemeClr val="lt1"/>
                </a:solidFill>
              </a:defRPr>
            </a:lvl2pPr>
            <a:lvl3pPr indent="-336550" lvl="2" marL="1371600" algn="l">
              <a:lnSpc>
                <a:spcPct val="115000"/>
              </a:lnSpc>
              <a:spcBef>
                <a:spcPts val="0"/>
              </a:spcBef>
              <a:spcAft>
                <a:spcPts val="0"/>
              </a:spcAft>
              <a:buClr>
                <a:schemeClr val="lt1"/>
              </a:buClr>
              <a:buSzPts val="1700"/>
              <a:buChar char="■"/>
              <a:defRPr>
                <a:solidFill>
                  <a:schemeClr val="lt1"/>
                </a:solidFill>
              </a:defRPr>
            </a:lvl3pPr>
            <a:lvl4pPr indent="-336550" lvl="3" marL="1828800" algn="l">
              <a:lnSpc>
                <a:spcPct val="115000"/>
              </a:lnSpc>
              <a:spcBef>
                <a:spcPts val="0"/>
              </a:spcBef>
              <a:spcAft>
                <a:spcPts val="0"/>
              </a:spcAft>
              <a:buClr>
                <a:schemeClr val="lt1"/>
              </a:buClr>
              <a:buSzPts val="1700"/>
              <a:buChar char="●"/>
              <a:defRPr>
                <a:solidFill>
                  <a:schemeClr val="lt1"/>
                </a:solidFill>
              </a:defRPr>
            </a:lvl4pPr>
            <a:lvl5pPr indent="-336550" lvl="4" marL="2286000" algn="l">
              <a:lnSpc>
                <a:spcPct val="115000"/>
              </a:lnSpc>
              <a:spcBef>
                <a:spcPts val="0"/>
              </a:spcBef>
              <a:spcAft>
                <a:spcPts val="0"/>
              </a:spcAft>
              <a:buClr>
                <a:schemeClr val="lt1"/>
              </a:buClr>
              <a:buSzPts val="1700"/>
              <a:buChar char="○"/>
              <a:defRPr>
                <a:solidFill>
                  <a:schemeClr val="lt1"/>
                </a:solidFill>
              </a:defRPr>
            </a:lvl5pPr>
            <a:lvl6pPr indent="-336550" lvl="5" marL="2743200" algn="l">
              <a:lnSpc>
                <a:spcPct val="115000"/>
              </a:lnSpc>
              <a:spcBef>
                <a:spcPts val="0"/>
              </a:spcBef>
              <a:spcAft>
                <a:spcPts val="0"/>
              </a:spcAft>
              <a:buClr>
                <a:schemeClr val="lt1"/>
              </a:buClr>
              <a:buSzPts val="1700"/>
              <a:buChar char="■"/>
              <a:defRPr>
                <a:solidFill>
                  <a:schemeClr val="lt1"/>
                </a:solidFill>
              </a:defRPr>
            </a:lvl6pPr>
            <a:lvl7pPr indent="-336550" lvl="6" marL="3200400" algn="l">
              <a:lnSpc>
                <a:spcPct val="115000"/>
              </a:lnSpc>
              <a:spcBef>
                <a:spcPts val="0"/>
              </a:spcBef>
              <a:spcAft>
                <a:spcPts val="0"/>
              </a:spcAft>
              <a:buClr>
                <a:schemeClr val="lt1"/>
              </a:buClr>
              <a:buSzPts val="1700"/>
              <a:buChar char="●"/>
              <a:defRPr>
                <a:solidFill>
                  <a:schemeClr val="lt1"/>
                </a:solidFill>
              </a:defRPr>
            </a:lvl7pPr>
            <a:lvl8pPr indent="-336550" lvl="7" marL="3657600" algn="l">
              <a:lnSpc>
                <a:spcPct val="115000"/>
              </a:lnSpc>
              <a:spcBef>
                <a:spcPts val="0"/>
              </a:spcBef>
              <a:spcAft>
                <a:spcPts val="0"/>
              </a:spcAft>
              <a:buClr>
                <a:schemeClr val="lt1"/>
              </a:buClr>
              <a:buSzPts val="1700"/>
              <a:buChar char="○"/>
              <a:defRPr>
                <a:solidFill>
                  <a:schemeClr val="lt1"/>
                </a:solidFill>
              </a:defRPr>
            </a:lvl8pPr>
            <a:lvl9pPr indent="-336550" lvl="8" marL="4114800" algn="l">
              <a:lnSpc>
                <a:spcPct val="115000"/>
              </a:lnSpc>
              <a:spcBef>
                <a:spcPts val="0"/>
              </a:spcBef>
              <a:spcAft>
                <a:spcPts val="0"/>
              </a:spcAft>
              <a:buClr>
                <a:schemeClr val="lt1"/>
              </a:buClr>
              <a:buSzPts val="1700"/>
              <a:buChar char="■"/>
              <a:defRPr>
                <a:solidFill>
                  <a:schemeClr val="lt1"/>
                </a:solidFill>
              </a:defRPr>
            </a:lvl9pPr>
          </a:lstStyle>
          <a:p/>
        </p:txBody>
      </p:sp>
      <p:sp>
        <p:nvSpPr>
          <p:cNvPr id="335" name="Google Shape;335;p49"/>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336" name="Google Shape;336;p49"/>
          <p:cNvSpPr txBox="1"/>
          <p:nvPr>
            <p:ph type="title"/>
          </p:nvPr>
        </p:nvSpPr>
        <p:spPr>
          <a:xfrm>
            <a:off x="333925" y="1249513"/>
            <a:ext cx="3662100" cy="960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337" name="Google Shape;337;p49"/>
          <p:cNvSpPr txBox="1"/>
          <p:nvPr>
            <p:ph idx="2"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338" name="Google Shape;338;p49"/>
          <p:cNvSpPr txBox="1"/>
          <p:nvPr>
            <p:ph idx="3"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339" name="Google Shape;339;p49"/>
          <p:cNvSpPr txBox="1"/>
          <p:nvPr>
            <p:ph idx="4" type="body"/>
          </p:nvPr>
        </p:nvSpPr>
        <p:spPr>
          <a:xfrm>
            <a:off x="333925" y="3184176"/>
            <a:ext cx="6790800" cy="446400"/>
          </a:xfrm>
          <a:prstGeom prst="rect">
            <a:avLst/>
          </a:prstGeom>
          <a:noFill/>
          <a:ln>
            <a:noFill/>
          </a:ln>
        </p:spPr>
        <p:txBody>
          <a:bodyPr anchorCtr="0" anchor="t" bIns="91425" lIns="91425" spcFirstLastPara="1" rIns="91425" wrap="square" tIns="91425">
            <a:spAutoFit/>
          </a:bodyPr>
          <a:lstStyle>
            <a:lvl1pPr indent="-336550" lvl="0" marL="457200" algn="l">
              <a:lnSpc>
                <a:spcPct val="115000"/>
              </a:lnSpc>
              <a:spcBef>
                <a:spcPts val="0"/>
              </a:spcBef>
              <a:spcAft>
                <a:spcPts val="0"/>
              </a:spcAft>
              <a:buClr>
                <a:schemeClr val="lt1"/>
              </a:buClr>
              <a:buSzPts val="1700"/>
              <a:buChar char="●"/>
              <a:defRPr>
                <a:solidFill>
                  <a:schemeClr val="lt1"/>
                </a:solidFill>
              </a:defRPr>
            </a:lvl1pPr>
            <a:lvl2pPr indent="-336550" lvl="1" marL="914400" algn="l">
              <a:lnSpc>
                <a:spcPct val="115000"/>
              </a:lnSpc>
              <a:spcBef>
                <a:spcPts val="0"/>
              </a:spcBef>
              <a:spcAft>
                <a:spcPts val="0"/>
              </a:spcAft>
              <a:buClr>
                <a:schemeClr val="lt1"/>
              </a:buClr>
              <a:buSzPts val="1700"/>
              <a:buChar char="○"/>
              <a:defRPr>
                <a:solidFill>
                  <a:schemeClr val="lt1"/>
                </a:solidFill>
              </a:defRPr>
            </a:lvl2pPr>
            <a:lvl3pPr indent="-336550" lvl="2" marL="1371600" algn="l">
              <a:lnSpc>
                <a:spcPct val="115000"/>
              </a:lnSpc>
              <a:spcBef>
                <a:spcPts val="0"/>
              </a:spcBef>
              <a:spcAft>
                <a:spcPts val="0"/>
              </a:spcAft>
              <a:buClr>
                <a:schemeClr val="lt1"/>
              </a:buClr>
              <a:buSzPts val="1700"/>
              <a:buChar char="■"/>
              <a:defRPr>
                <a:solidFill>
                  <a:schemeClr val="lt1"/>
                </a:solidFill>
              </a:defRPr>
            </a:lvl3pPr>
            <a:lvl4pPr indent="-336550" lvl="3" marL="1828800" algn="l">
              <a:lnSpc>
                <a:spcPct val="115000"/>
              </a:lnSpc>
              <a:spcBef>
                <a:spcPts val="0"/>
              </a:spcBef>
              <a:spcAft>
                <a:spcPts val="0"/>
              </a:spcAft>
              <a:buClr>
                <a:schemeClr val="lt1"/>
              </a:buClr>
              <a:buSzPts val="1700"/>
              <a:buChar char="●"/>
              <a:defRPr>
                <a:solidFill>
                  <a:schemeClr val="lt1"/>
                </a:solidFill>
              </a:defRPr>
            </a:lvl4pPr>
            <a:lvl5pPr indent="-336550" lvl="4" marL="2286000" algn="l">
              <a:lnSpc>
                <a:spcPct val="115000"/>
              </a:lnSpc>
              <a:spcBef>
                <a:spcPts val="0"/>
              </a:spcBef>
              <a:spcAft>
                <a:spcPts val="0"/>
              </a:spcAft>
              <a:buClr>
                <a:schemeClr val="lt1"/>
              </a:buClr>
              <a:buSzPts val="1700"/>
              <a:buChar char="○"/>
              <a:defRPr>
                <a:solidFill>
                  <a:schemeClr val="lt1"/>
                </a:solidFill>
              </a:defRPr>
            </a:lvl5pPr>
            <a:lvl6pPr indent="-336550" lvl="5" marL="2743200" algn="l">
              <a:lnSpc>
                <a:spcPct val="115000"/>
              </a:lnSpc>
              <a:spcBef>
                <a:spcPts val="0"/>
              </a:spcBef>
              <a:spcAft>
                <a:spcPts val="0"/>
              </a:spcAft>
              <a:buClr>
                <a:schemeClr val="lt1"/>
              </a:buClr>
              <a:buSzPts val="1700"/>
              <a:buChar char="■"/>
              <a:defRPr>
                <a:solidFill>
                  <a:schemeClr val="lt1"/>
                </a:solidFill>
              </a:defRPr>
            </a:lvl6pPr>
            <a:lvl7pPr indent="-336550" lvl="6" marL="3200400" algn="l">
              <a:lnSpc>
                <a:spcPct val="115000"/>
              </a:lnSpc>
              <a:spcBef>
                <a:spcPts val="0"/>
              </a:spcBef>
              <a:spcAft>
                <a:spcPts val="0"/>
              </a:spcAft>
              <a:buClr>
                <a:schemeClr val="lt1"/>
              </a:buClr>
              <a:buSzPts val="1700"/>
              <a:buChar char="●"/>
              <a:defRPr>
                <a:solidFill>
                  <a:schemeClr val="lt1"/>
                </a:solidFill>
              </a:defRPr>
            </a:lvl7pPr>
            <a:lvl8pPr indent="-336550" lvl="7" marL="3657600" algn="l">
              <a:lnSpc>
                <a:spcPct val="115000"/>
              </a:lnSpc>
              <a:spcBef>
                <a:spcPts val="0"/>
              </a:spcBef>
              <a:spcAft>
                <a:spcPts val="0"/>
              </a:spcAft>
              <a:buClr>
                <a:schemeClr val="lt1"/>
              </a:buClr>
              <a:buSzPts val="1700"/>
              <a:buChar char="○"/>
              <a:defRPr>
                <a:solidFill>
                  <a:schemeClr val="lt1"/>
                </a:solidFill>
              </a:defRPr>
            </a:lvl8pPr>
            <a:lvl9pPr indent="-336550" lvl="8" marL="4114800" algn="l">
              <a:lnSpc>
                <a:spcPct val="115000"/>
              </a:lnSpc>
              <a:spcBef>
                <a:spcPts val="0"/>
              </a:spcBef>
              <a:spcAft>
                <a:spcPts val="0"/>
              </a:spcAft>
              <a:buClr>
                <a:schemeClr val="lt1"/>
              </a:buClr>
              <a:buSzPts val="1700"/>
              <a:buChar char="■"/>
              <a:defRPr>
                <a:solidFill>
                  <a:schemeClr val="lt1"/>
                </a:solidFill>
              </a:defRPr>
            </a:lvl9pPr>
          </a:lstStyle>
          <a:p/>
        </p:txBody>
      </p:sp>
      <p:sp>
        <p:nvSpPr>
          <p:cNvPr id="340" name="Google Shape;340;p49"/>
          <p:cNvSpPr txBox="1"/>
          <p:nvPr>
            <p:ph idx="5" type="body"/>
          </p:nvPr>
        </p:nvSpPr>
        <p:spPr>
          <a:xfrm>
            <a:off x="333925" y="2737776"/>
            <a:ext cx="6790800" cy="446400"/>
          </a:xfrm>
          <a:prstGeom prst="rect">
            <a:avLst/>
          </a:prstGeom>
          <a:noFill/>
          <a:ln>
            <a:noFill/>
          </a:ln>
        </p:spPr>
        <p:txBody>
          <a:bodyPr anchorCtr="0" anchor="t" bIns="91425" lIns="91425" spcFirstLastPara="1" rIns="91425" wrap="square" tIns="91425">
            <a:spAutoFit/>
          </a:bodyPr>
          <a:lstStyle>
            <a:lvl1pPr indent="-336550" lvl="0" marL="457200" algn="l">
              <a:lnSpc>
                <a:spcPct val="115000"/>
              </a:lnSpc>
              <a:spcBef>
                <a:spcPts val="0"/>
              </a:spcBef>
              <a:spcAft>
                <a:spcPts val="0"/>
              </a:spcAft>
              <a:buClr>
                <a:schemeClr val="lt1"/>
              </a:buClr>
              <a:buSzPts val="1700"/>
              <a:buChar char="●"/>
              <a:defRPr>
                <a:solidFill>
                  <a:schemeClr val="lt1"/>
                </a:solidFill>
              </a:defRPr>
            </a:lvl1pPr>
            <a:lvl2pPr indent="-336550" lvl="1" marL="914400" algn="l">
              <a:lnSpc>
                <a:spcPct val="115000"/>
              </a:lnSpc>
              <a:spcBef>
                <a:spcPts val="0"/>
              </a:spcBef>
              <a:spcAft>
                <a:spcPts val="0"/>
              </a:spcAft>
              <a:buClr>
                <a:schemeClr val="lt1"/>
              </a:buClr>
              <a:buSzPts val="1700"/>
              <a:buChar char="○"/>
              <a:defRPr>
                <a:solidFill>
                  <a:schemeClr val="lt1"/>
                </a:solidFill>
              </a:defRPr>
            </a:lvl2pPr>
            <a:lvl3pPr indent="-336550" lvl="2" marL="1371600" algn="l">
              <a:lnSpc>
                <a:spcPct val="115000"/>
              </a:lnSpc>
              <a:spcBef>
                <a:spcPts val="0"/>
              </a:spcBef>
              <a:spcAft>
                <a:spcPts val="0"/>
              </a:spcAft>
              <a:buClr>
                <a:schemeClr val="lt1"/>
              </a:buClr>
              <a:buSzPts val="1700"/>
              <a:buChar char="■"/>
              <a:defRPr>
                <a:solidFill>
                  <a:schemeClr val="lt1"/>
                </a:solidFill>
              </a:defRPr>
            </a:lvl3pPr>
            <a:lvl4pPr indent="-336550" lvl="3" marL="1828800" algn="l">
              <a:lnSpc>
                <a:spcPct val="115000"/>
              </a:lnSpc>
              <a:spcBef>
                <a:spcPts val="0"/>
              </a:spcBef>
              <a:spcAft>
                <a:spcPts val="0"/>
              </a:spcAft>
              <a:buClr>
                <a:schemeClr val="lt1"/>
              </a:buClr>
              <a:buSzPts val="1700"/>
              <a:buChar char="●"/>
              <a:defRPr>
                <a:solidFill>
                  <a:schemeClr val="lt1"/>
                </a:solidFill>
              </a:defRPr>
            </a:lvl4pPr>
            <a:lvl5pPr indent="-336550" lvl="4" marL="2286000" algn="l">
              <a:lnSpc>
                <a:spcPct val="115000"/>
              </a:lnSpc>
              <a:spcBef>
                <a:spcPts val="0"/>
              </a:spcBef>
              <a:spcAft>
                <a:spcPts val="0"/>
              </a:spcAft>
              <a:buClr>
                <a:schemeClr val="lt1"/>
              </a:buClr>
              <a:buSzPts val="1700"/>
              <a:buChar char="○"/>
              <a:defRPr>
                <a:solidFill>
                  <a:schemeClr val="lt1"/>
                </a:solidFill>
              </a:defRPr>
            </a:lvl5pPr>
            <a:lvl6pPr indent="-336550" lvl="5" marL="2743200" algn="l">
              <a:lnSpc>
                <a:spcPct val="115000"/>
              </a:lnSpc>
              <a:spcBef>
                <a:spcPts val="0"/>
              </a:spcBef>
              <a:spcAft>
                <a:spcPts val="0"/>
              </a:spcAft>
              <a:buClr>
                <a:schemeClr val="lt1"/>
              </a:buClr>
              <a:buSzPts val="1700"/>
              <a:buChar char="■"/>
              <a:defRPr>
                <a:solidFill>
                  <a:schemeClr val="lt1"/>
                </a:solidFill>
              </a:defRPr>
            </a:lvl6pPr>
            <a:lvl7pPr indent="-336550" lvl="6" marL="3200400" algn="l">
              <a:lnSpc>
                <a:spcPct val="115000"/>
              </a:lnSpc>
              <a:spcBef>
                <a:spcPts val="0"/>
              </a:spcBef>
              <a:spcAft>
                <a:spcPts val="0"/>
              </a:spcAft>
              <a:buClr>
                <a:schemeClr val="lt1"/>
              </a:buClr>
              <a:buSzPts val="1700"/>
              <a:buChar char="●"/>
              <a:defRPr>
                <a:solidFill>
                  <a:schemeClr val="lt1"/>
                </a:solidFill>
              </a:defRPr>
            </a:lvl7pPr>
            <a:lvl8pPr indent="-336550" lvl="7" marL="3657600" algn="l">
              <a:lnSpc>
                <a:spcPct val="115000"/>
              </a:lnSpc>
              <a:spcBef>
                <a:spcPts val="0"/>
              </a:spcBef>
              <a:spcAft>
                <a:spcPts val="0"/>
              </a:spcAft>
              <a:buClr>
                <a:schemeClr val="lt1"/>
              </a:buClr>
              <a:buSzPts val="1700"/>
              <a:buChar char="○"/>
              <a:defRPr>
                <a:solidFill>
                  <a:schemeClr val="lt1"/>
                </a:solidFill>
              </a:defRPr>
            </a:lvl8pPr>
            <a:lvl9pPr indent="-336550" lvl="8" marL="4114800" algn="l">
              <a:lnSpc>
                <a:spcPct val="115000"/>
              </a:lnSpc>
              <a:spcBef>
                <a:spcPts val="0"/>
              </a:spcBef>
              <a:spcAft>
                <a:spcPts val="0"/>
              </a:spcAft>
              <a:buClr>
                <a:schemeClr val="lt1"/>
              </a:buClr>
              <a:buSzPts val="1700"/>
              <a:buChar char="■"/>
              <a:defRPr>
                <a:solidFill>
                  <a:schemeClr val="lt1"/>
                </a:solidFill>
              </a:defRPr>
            </a:lvl9pPr>
          </a:lstStyle>
          <a:p/>
        </p:txBody>
      </p:sp>
      <p:sp>
        <p:nvSpPr>
          <p:cNvPr id="341" name="Google Shape;341;p49"/>
          <p:cNvSpPr txBox="1"/>
          <p:nvPr>
            <p:ph idx="6" type="body"/>
          </p:nvPr>
        </p:nvSpPr>
        <p:spPr>
          <a:xfrm>
            <a:off x="333925" y="2291377"/>
            <a:ext cx="6790800" cy="446400"/>
          </a:xfrm>
          <a:prstGeom prst="rect">
            <a:avLst/>
          </a:prstGeom>
          <a:noFill/>
          <a:ln>
            <a:noFill/>
          </a:ln>
        </p:spPr>
        <p:txBody>
          <a:bodyPr anchorCtr="0" anchor="t" bIns="91425" lIns="91425" spcFirstLastPara="1" rIns="91425" wrap="square" tIns="91425">
            <a:spAutoFit/>
          </a:bodyPr>
          <a:lstStyle>
            <a:lvl1pPr indent="-336550" lvl="0" marL="457200" algn="l">
              <a:lnSpc>
                <a:spcPct val="115000"/>
              </a:lnSpc>
              <a:spcBef>
                <a:spcPts val="0"/>
              </a:spcBef>
              <a:spcAft>
                <a:spcPts val="0"/>
              </a:spcAft>
              <a:buClr>
                <a:schemeClr val="lt1"/>
              </a:buClr>
              <a:buSzPts val="1700"/>
              <a:buChar char="●"/>
              <a:defRPr>
                <a:solidFill>
                  <a:schemeClr val="lt1"/>
                </a:solidFill>
              </a:defRPr>
            </a:lvl1pPr>
            <a:lvl2pPr indent="-336550" lvl="1" marL="914400" algn="l">
              <a:lnSpc>
                <a:spcPct val="115000"/>
              </a:lnSpc>
              <a:spcBef>
                <a:spcPts val="0"/>
              </a:spcBef>
              <a:spcAft>
                <a:spcPts val="0"/>
              </a:spcAft>
              <a:buClr>
                <a:schemeClr val="lt1"/>
              </a:buClr>
              <a:buSzPts val="1700"/>
              <a:buChar char="○"/>
              <a:defRPr>
                <a:solidFill>
                  <a:schemeClr val="lt1"/>
                </a:solidFill>
              </a:defRPr>
            </a:lvl2pPr>
            <a:lvl3pPr indent="-336550" lvl="2" marL="1371600" algn="l">
              <a:lnSpc>
                <a:spcPct val="115000"/>
              </a:lnSpc>
              <a:spcBef>
                <a:spcPts val="0"/>
              </a:spcBef>
              <a:spcAft>
                <a:spcPts val="0"/>
              </a:spcAft>
              <a:buClr>
                <a:schemeClr val="lt1"/>
              </a:buClr>
              <a:buSzPts val="1700"/>
              <a:buChar char="■"/>
              <a:defRPr>
                <a:solidFill>
                  <a:schemeClr val="lt1"/>
                </a:solidFill>
              </a:defRPr>
            </a:lvl3pPr>
            <a:lvl4pPr indent="-336550" lvl="3" marL="1828800" algn="l">
              <a:lnSpc>
                <a:spcPct val="115000"/>
              </a:lnSpc>
              <a:spcBef>
                <a:spcPts val="0"/>
              </a:spcBef>
              <a:spcAft>
                <a:spcPts val="0"/>
              </a:spcAft>
              <a:buClr>
                <a:schemeClr val="lt1"/>
              </a:buClr>
              <a:buSzPts val="1700"/>
              <a:buChar char="●"/>
              <a:defRPr>
                <a:solidFill>
                  <a:schemeClr val="lt1"/>
                </a:solidFill>
              </a:defRPr>
            </a:lvl4pPr>
            <a:lvl5pPr indent="-336550" lvl="4" marL="2286000" algn="l">
              <a:lnSpc>
                <a:spcPct val="115000"/>
              </a:lnSpc>
              <a:spcBef>
                <a:spcPts val="0"/>
              </a:spcBef>
              <a:spcAft>
                <a:spcPts val="0"/>
              </a:spcAft>
              <a:buClr>
                <a:schemeClr val="lt1"/>
              </a:buClr>
              <a:buSzPts val="1700"/>
              <a:buChar char="○"/>
              <a:defRPr>
                <a:solidFill>
                  <a:schemeClr val="lt1"/>
                </a:solidFill>
              </a:defRPr>
            </a:lvl5pPr>
            <a:lvl6pPr indent="-336550" lvl="5" marL="2743200" algn="l">
              <a:lnSpc>
                <a:spcPct val="115000"/>
              </a:lnSpc>
              <a:spcBef>
                <a:spcPts val="0"/>
              </a:spcBef>
              <a:spcAft>
                <a:spcPts val="0"/>
              </a:spcAft>
              <a:buClr>
                <a:schemeClr val="lt1"/>
              </a:buClr>
              <a:buSzPts val="1700"/>
              <a:buChar char="■"/>
              <a:defRPr>
                <a:solidFill>
                  <a:schemeClr val="lt1"/>
                </a:solidFill>
              </a:defRPr>
            </a:lvl6pPr>
            <a:lvl7pPr indent="-336550" lvl="6" marL="3200400" algn="l">
              <a:lnSpc>
                <a:spcPct val="115000"/>
              </a:lnSpc>
              <a:spcBef>
                <a:spcPts val="0"/>
              </a:spcBef>
              <a:spcAft>
                <a:spcPts val="0"/>
              </a:spcAft>
              <a:buClr>
                <a:schemeClr val="lt1"/>
              </a:buClr>
              <a:buSzPts val="1700"/>
              <a:buChar char="●"/>
              <a:defRPr>
                <a:solidFill>
                  <a:schemeClr val="lt1"/>
                </a:solidFill>
              </a:defRPr>
            </a:lvl7pPr>
            <a:lvl8pPr indent="-336550" lvl="7" marL="3657600" algn="l">
              <a:lnSpc>
                <a:spcPct val="115000"/>
              </a:lnSpc>
              <a:spcBef>
                <a:spcPts val="0"/>
              </a:spcBef>
              <a:spcAft>
                <a:spcPts val="0"/>
              </a:spcAft>
              <a:buClr>
                <a:schemeClr val="lt1"/>
              </a:buClr>
              <a:buSzPts val="1700"/>
              <a:buChar char="○"/>
              <a:defRPr>
                <a:solidFill>
                  <a:schemeClr val="lt1"/>
                </a:solidFill>
              </a:defRPr>
            </a:lvl8pPr>
            <a:lvl9pPr indent="-336550" lvl="8" marL="4114800" algn="l">
              <a:lnSpc>
                <a:spcPct val="115000"/>
              </a:lnSpc>
              <a:spcBef>
                <a:spcPts val="0"/>
              </a:spcBef>
              <a:spcAft>
                <a:spcPts val="0"/>
              </a:spcAft>
              <a:buClr>
                <a:schemeClr val="lt1"/>
              </a:buClr>
              <a:buSzPts val="1700"/>
              <a:buChar char="■"/>
              <a:defRPr>
                <a:solidFill>
                  <a:schemeClr val="lt1"/>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ype">
  <p:cSld name="BIG_NUMBER">
    <p:bg>
      <p:bgPr>
        <a:solidFill>
          <a:schemeClr val="lt2"/>
        </a:solidFill>
      </p:bgPr>
    </p:bg>
    <p:spTree>
      <p:nvGrpSpPr>
        <p:cNvPr id="342" name="Shape 342"/>
        <p:cNvGrpSpPr/>
        <p:nvPr/>
      </p:nvGrpSpPr>
      <p:grpSpPr>
        <a:xfrm>
          <a:off x="0" y="0"/>
          <a:ext cx="0" cy="0"/>
          <a:chOff x="0" y="0"/>
          <a:chExt cx="0" cy="0"/>
        </a:xfrm>
      </p:grpSpPr>
      <p:sp>
        <p:nvSpPr>
          <p:cNvPr id="343" name="Google Shape;343;p50"/>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344" name="Google Shape;344;p50"/>
          <p:cNvSpPr txBox="1"/>
          <p:nvPr/>
        </p:nvSpPr>
        <p:spPr>
          <a:xfrm>
            <a:off x="2479675" y="2285400"/>
            <a:ext cx="4184700" cy="572700"/>
          </a:xfrm>
          <a:prstGeom prst="rect">
            <a:avLst/>
          </a:prstGeom>
          <a:noFill/>
          <a:ln>
            <a:noFill/>
          </a:ln>
        </p:spPr>
        <p:txBody>
          <a:bodyPr anchorCtr="0" anchor="b" bIns="91425" lIns="91425" spcFirstLastPara="1" rIns="91425" wrap="square" tIns="91425">
            <a:noAutofit/>
          </a:bodyPr>
          <a:lstStyle/>
          <a:p>
            <a:pPr indent="0" lvl="0" marL="0" marR="0" rtl="0" algn="l">
              <a:lnSpc>
                <a:spcPct val="90000"/>
              </a:lnSpc>
              <a:spcBef>
                <a:spcPts val="0"/>
              </a:spcBef>
              <a:spcAft>
                <a:spcPts val="0"/>
              </a:spcAft>
              <a:buClr>
                <a:srgbClr val="000000"/>
              </a:buClr>
              <a:buSzPts val="2800"/>
              <a:buFont typeface="Arial"/>
              <a:buNone/>
            </a:pPr>
            <a:r>
              <a:rPr b="0" i="0" lang="en" sz="2800" u="none" cap="none" strike="noStrike">
                <a:solidFill>
                  <a:schemeClr val="lt1"/>
                </a:solidFill>
                <a:latin typeface="Inter Tight SemiBold"/>
                <a:ea typeface="Inter Tight SemiBold"/>
                <a:cs typeface="Inter Tight SemiBold"/>
                <a:sym typeface="Inter Tight SemiBold"/>
              </a:rPr>
              <a:t>Questions?</a:t>
            </a:r>
            <a:endParaRPr b="0" i="0" sz="2800" u="none" cap="none" strike="noStrike">
              <a:solidFill>
                <a:schemeClr val="lt1"/>
              </a:solidFill>
              <a:latin typeface="Inter Tight SemiBold"/>
              <a:ea typeface="Inter Tight SemiBold"/>
              <a:cs typeface="Inter Tight SemiBold"/>
              <a:sym typeface="Inter Tight SemiBold"/>
            </a:endParaRPr>
          </a:p>
        </p:txBody>
      </p:sp>
      <p:grpSp>
        <p:nvGrpSpPr>
          <p:cNvPr id="345" name="Google Shape;345;p50"/>
          <p:cNvGrpSpPr/>
          <p:nvPr/>
        </p:nvGrpSpPr>
        <p:grpSpPr>
          <a:xfrm rot="300150">
            <a:off x="1275669" y="542776"/>
            <a:ext cx="6597945" cy="4056263"/>
            <a:chOff x="1275777" y="542570"/>
            <a:chExt cx="6597884" cy="4056226"/>
          </a:xfrm>
        </p:grpSpPr>
        <p:grpSp>
          <p:nvGrpSpPr>
            <p:cNvPr id="346" name="Google Shape;346;p50"/>
            <p:cNvGrpSpPr/>
            <p:nvPr/>
          </p:nvGrpSpPr>
          <p:grpSpPr>
            <a:xfrm>
              <a:off x="1276087" y="891662"/>
              <a:ext cx="6596470" cy="3357715"/>
              <a:chOff x="1276087" y="891662"/>
              <a:chExt cx="6596470" cy="3357715"/>
            </a:xfrm>
          </p:grpSpPr>
          <p:sp>
            <p:nvSpPr>
              <p:cNvPr id="347" name="Google Shape;347;p50"/>
              <p:cNvSpPr/>
              <p:nvPr/>
            </p:nvSpPr>
            <p:spPr>
              <a:xfrm rot="-2190">
                <a:off x="6458566" y="1876325"/>
                <a:ext cx="1412700" cy="1390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Tight"/>
                  <a:ea typeface="Inter Tight"/>
                  <a:cs typeface="Inter Tight"/>
                  <a:sym typeface="Inter Tight"/>
                </a:endParaRPr>
              </a:p>
            </p:txBody>
          </p:sp>
          <p:sp>
            <p:nvSpPr>
              <p:cNvPr id="348" name="Google Shape;348;p50"/>
              <p:cNvSpPr/>
              <p:nvPr/>
            </p:nvSpPr>
            <p:spPr>
              <a:xfrm flipH="1" rot="-2453">
                <a:off x="1277283" y="893727"/>
                <a:ext cx="4625401" cy="3354000"/>
              </a:xfrm>
              <a:prstGeom prst="snip1Rect">
                <a:avLst>
                  <a:gd fmla="val 4969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Tight SemiBold"/>
                  <a:ea typeface="Inter Tight SemiBold"/>
                  <a:cs typeface="Inter Tight SemiBold"/>
                  <a:sym typeface="Inter Tight SemiBold"/>
                </a:endParaRPr>
              </a:p>
            </p:txBody>
          </p:sp>
          <p:sp>
            <p:nvSpPr>
              <p:cNvPr id="349" name="Google Shape;349;p50"/>
              <p:cNvSpPr/>
              <p:nvPr/>
            </p:nvSpPr>
            <p:spPr>
              <a:xfrm flipH="1" rot="10797547">
                <a:off x="3245660" y="893312"/>
                <a:ext cx="4625701" cy="3354000"/>
              </a:xfrm>
              <a:prstGeom prst="snip1Rect">
                <a:avLst>
                  <a:gd fmla="val 4966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Tight SemiBold"/>
                  <a:ea typeface="Inter Tight SemiBold"/>
                  <a:cs typeface="Inter Tight SemiBold"/>
                  <a:sym typeface="Inter Tight SemiBold"/>
                </a:endParaRPr>
              </a:p>
            </p:txBody>
          </p:sp>
          <p:sp>
            <p:nvSpPr>
              <p:cNvPr id="350" name="Google Shape;350;p50"/>
              <p:cNvSpPr/>
              <p:nvPr/>
            </p:nvSpPr>
            <p:spPr>
              <a:xfrm rot="-2190">
                <a:off x="1277395" y="1877958"/>
                <a:ext cx="1412700" cy="1390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Inter Tight"/>
                  <a:ea typeface="Inter Tight"/>
                  <a:cs typeface="Inter Tight"/>
                  <a:sym typeface="Inter Tight"/>
                </a:endParaRPr>
              </a:p>
            </p:txBody>
          </p:sp>
        </p:grpSp>
        <p:sp>
          <p:nvSpPr>
            <p:cNvPr id="351" name="Google Shape;351;p50"/>
            <p:cNvSpPr/>
            <p:nvPr/>
          </p:nvSpPr>
          <p:spPr>
            <a:xfrm rot="-4517241">
              <a:off x="1416960" y="705331"/>
              <a:ext cx="1386770" cy="136158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Tight SemiBold"/>
                <a:ea typeface="Inter Tight SemiBold"/>
                <a:cs typeface="Inter Tight SemiBold"/>
                <a:sym typeface="Inter Tight SemiBold"/>
              </a:endParaRPr>
            </a:p>
          </p:txBody>
        </p:sp>
        <p:sp>
          <p:nvSpPr>
            <p:cNvPr id="352" name="Google Shape;352;p50"/>
            <p:cNvSpPr/>
            <p:nvPr/>
          </p:nvSpPr>
          <p:spPr>
            <a:xfrm rot="6281922">
              <a:off x="6346470" y="3074659"/>
              <a:ext cx="1384510" cy="1363185"/>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Inter Tight SemiBold"/>
                <a:ea typeface="Inter Tight SemiBold"/>
                <a:cs typeface="Inter Tight SemiBold"/>
                <a:sym typeface="Inter Tight SemiBold"/>
              </a:endParaRPr>
            </a:p>
          </p:txBody>
        </p:sp>
      </p:grpSp>
      <p:sp>
        <p:nvSpPr>
          <p:cNvPr id="353" name="Google Shape;353;p50"/>
          <p:cNvSpPr txBox="1"/>
          <p:nvPr>
            <p:ph type="title"/>
          </p:nvPr>
        </p:nvSpPr>
        <p:spPr>
          <a:xfrm>
            <a:off x="2479675" y="2285400"/>
            <a:ext cx="41847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4" name="Google Shape;354;p50"/>
          <p:cNvSpPr txBox="1"/>
          <p:nvPr>
            <p:ph idx="1"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355" name="Google Shape;355;p50"/>
          <p:cNvSpPr txBox="1"/>
          <p:nvPr>
            <p:ph idx="2"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lgn="l">
              <a:lnSpc>
                <a:spcPct val="100000"/>
              </a:lnSpc>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type="blank">
  <p:cSld name="BLANK">
    <p:bg>
      <p:bgPr>
        <a:solidFill>
          <a:schemeClr val="lt1"/>
        </a:solidFill>
      </p:bgPr>
    </p:bg>
    <p:spTree>
      <p:nvGrpSpPr>
        <p:cNvPr id="356" name="Shape 356"/>
        <p:cNvGrpSpPr/>
        <p:nvPr/>
      </p:nvGrpSpPr>
      <p:grpSpPr>
        <a:xfrm>
          <a:off x="0" y="0"/>
          <a:ext cx="0" cy="0"/>
          <a:chOff x="0" y="0"/>
          <a:chExt cx="0" cy="0"/>
        </a:xfrm>
      </p:grpSpPr>
      <p:sp>
        <p:nvSpPr>
          <p:cNvPr id="357" name="Google Shape;357;p51"/>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51"/>
          <p:cNvSpPr txBox="1"/>
          <p:nvPr>
            <p:ph idx="1" type="subTitle"/>
          </p:nvPr>
        </p:nvSpPr>
        <p:spPr>
          <a:xfrm>
            <a:off x="1716575" y="205550"/>
            <a:ext cx="28554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359" name="Google Shape;359;p51"/>
          <p:cNvSpPr txBox="1"/>
          <p:nvPr>
            <p:ph idx="2" type="subTitle"/>
          </p:nvPr>
        </p:nvSpPr>
        <p:spPr>
          <a:xfrm>
            <a:off x="333925" y="205550"/>
            <a:ext cx="1353300" cy="29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lgn="l">
              <a:lnSpc>
                <a:spcPct val="100000"/>
              </a:lnSpc>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theme" Target="../theme/theme2.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475600" cy="572700"/>
          </a:xfrm>
          <a:prstGeom prst="rect">
            <a:avLst/>
          </a:prstGeom>
          <a:noFill/>
          <a:ln>
            <a:noFill/>
          </a:ln>
        </p:spPr>
        <p:txBody>
          <a:bodyPr anchorCtr="0" anchor="t" bIns="91425" lIns="91425" spcFirstLastPara="1" rIns="91425" wrap="square" tIns="91425">
            <a:spAutoFit/>
          </a:bodyPr>
          <a:lstStyle>
            <a:lvl1pPr lvl="0" marR="0" rtl="0" algn="l">
              <a:lnSpc>
                <a:spcPct val="100000"/>
              </a:lnSpc>
              <a:spcBef>
                <a:spcPts val="0"/>
              </a:spcBef>
              <a:spcAft>
                <a:spcPts val="0"/>
              </a:spcAft>
              <a:buClr>
                <a:schemeClr val="dk2"/>
              </a:buClr>
              <a:buSzPts val="2800"/>
              <a:buFont typeface="Inter Tight SemiBold"/>
              <a:buNone/>
              <a:defRPr b="0" i="0" sz="2800" u="none" cap="none" strike="noStrike">
                <a:solidFill>
                  <a:schemeClr val="dk2"/>
                </a:solidFill>
                <a:latin typeface="Inter Tight SemiBold"/>
                <a:ea typeface="Inter Tight SemiBold"/>
                <a:cs typeface="Inter Tight SemiBold"/>
                <a:sym typeface="Inter Tight SemiBold"/>
              </a:defRPr>
            </a:lvl1pPr>
            <a:lvl2pPr lvl="1" marR="0" rtl="0" algn="l">
              <a:lnSpc>
                <a:spcPct val="100000"/>
              </a:lnSpc>
              <a:spcBef>
                <a:spcPts val="0"/>
              </a:spcBef>
              <a:spcAft>
                <a:spcPts val="0"/>
              </a:spcAft>
              <a:buClr>
                <a:schemeClr val="dk2"/>
              </a:buClr>
              <a:buSzPts val="2800"/>
              <a:buFont typeface="Inter Tight SemiBold"/>
              <a:buNone/>
              <a:defRPr b="0" i="0" sz="2800" u="none" cap="none" strike="noStrike">
                <a:solidFill>
                  <a:schemeClr val="dk2"/>
                </a:solidFill>
                <a:latin typeface="Inter Tight SemiBold"/>
                <a:ea typeface="Inter Tight SemiBold"/>
                <a:cs typeface="Inter Tight SemiBold"/>
                <a:sym typeface="Inter Tight SemiBold"/>
              </a:defRPr>
            </a:lvl2pPr>
            <a:lvl3pPr lvl="2" marR="0" rtl="0" algn="l">
              <a:lnSpc>
                <a:spcPct val="100000"/>
              </a:lnSpc>
              <a:spcBef>
                <a:spcPts val="0"/>
              </a:spcBef>
              <a:spcAft>
                <a:spcPts val="0"/>
              </a:spcAft>
              <a:buClr>
                <a:schemeClr val="dk2"/>
              </a:buClr>
              <a:buSzPts val="2800"/>
              <a:buFont typeface="Inter Tight SemiBold"/>
              <a:buNone/>
              <a:defRPr b="0" i="0" sz="2800" u="none" cap="none" strike="noStrike">
                <a:solidFill>
                  <a:schemeClr val="dk2"/>
                </a:solidFill>
                <a:latin typeface="Inter Tight SemiBold"/>
                <a:ea typeface="Inter Tight SemiBold"/>
                <a:cs typeface="Inter Tight SemiBold"/>
                <a:sym typeface="Inter Tight SemiBold"/>
              </a:defRPr>
            </a:lvl3pPr>
            <a:lvl4pPr lvl="3" marR="0" rtl="0" algn="l">
              <a:lnSpc>
                <a:spcPct val="100000"/>
              </a:lnSpc>
              <a:spcBef>
                <a:spcPts val="0"/>
              </a:spcBef>
              <a:spcAft>
                <a:spcPts val="0"/>
              </a:spcAft>
              <a:buClr>
                <a:schemeClr val="dk2"/>
              </a:buClr>
              <a:buSzPts val="2800"/>
              <a:buFont typeface="Inter Tight SemiBold"/>
              <a:buNone/>
              <a:defRPr b="0" i="0" sz="2800" u="none" cap="none" strike="noStrike">
                <a:solidFill>
                  <a:schemeClr val="dk2"/>
                </a:solidFill>
                <a:latin typeface="Inter Tight SemiBold"/>
                <a:ea typeface="Inter Tight SemiBold"/>
                <a:cs typeface="Inter Tight SemiBold"/>
                <a:sym typeface="Inter Tight SemiBold"/>
              </a:defRPr>
            </a:lvl4pPr>
            <a:lvl5pPr lvl="4" marR="0" rtl="0" algn="l">
              <a:lnSpc>
                <a:spcPct val="100000"/>
              </a:lnSpc>
              <a:spcBef>
                <a:spcPts val="0"/>
              </a:spcBef>
              <a:spcAft>
                <a:spcPts val="0"/>
              </a:spcAft>
              <a:buClr>
                <a:schemeClr val="dk2"/>
              </a:buClr>
              <a:buSzPts val="2800"/>
              <a:buFont typeface="Inter Tight SemiBold"/>
              <a:buNone/>
              <a:defRPr b="0" i="0" sz="2800" u="none" cap="none" strike="noStrike">
                <a:solidFill>
                  <a:schemeClr val="dk2"/>
                </a:solidFill>
                <a:latin typeface="Inter Tight SemiBold"/>
                <a:ea typeface="Inter Tight SemiBold"/>
                <a:cs typeface="Inter Tight SemiBold"/>
                <a:sym typeface="Inter Tight SemiBold"/>
              </a:defRPr>
            </a:lvl5pPr>
            <a:lvl6pPr lvl="5" marR="0" rtl="0" algn="l">
              <a:lnSpc>
                <a:spcPct val="100000"/>
              </a:lnSpc>
              <a:spcBef>
                <a:spcPts val="0"/>
              </a:spcBef>
              <a:spcAft>
                <a:spcPts val="0"/>
              </a:spcAft>
              <a:buClr>
                <a:schemeClr val="dk2"/>
              </a:buClr>
              <a:buSzPts val="2800"/>
              <a:buFont typeface="Inter Tight SemiBold"/>
              <a:buNone/>
              <a:defRPr b="0" i="0" sz="2800" u="none" cap="none" strike="noStrike">
                <a:solidFill>
                  <a:schemeClr val="dk2"/>
                </a:solidFill>
                <a:latin typeface="Inter Tight SemiBold"/>
                <a:ea typeface="Inter Tight SemiBold"/>
                <a:cs typeface="Inter Tight SemiBold"/>
                <a:sym typeface="Inter Tight SemiBold"/>
              </a:defRPr>
            </a:lvl6pPr>
            <a:lvl7pPr lvl="6" marR="0" rtl="0" algn="l">
              <a:lnSpc>
                <a:spcPct val="100000"/>
              </a:lnSpc>
              <a:spcBef>
                <a:spcPts val="0"/>
              </a:spcBef>
              <a:spcAft>
                <a:spcPts val="0"/>
              </a:spcAft>
              <a:buClr>
                <a:schemeClr val="dk2"/>
              </a:buClr>
              <a:buSzPts val="2800"/>
              <a:buFont typeface="Inter Tight SemiBold"/>
              <a:buNone/>
              <a:defRPr b="0" i="0" sz="2800" u="none" cap="none" strike="noStrike">
                <a:solidFill>
                  <a:schemeClr val="dk2"/>
                </a:solidFill>
                <a:latin typeface="Inter Tight SemiBold"/>
                <a:ea typeface="Inter Tight SemiBold"/>
                <a:cs typeface="Inter Tight SemiBold"/>
                <a:sym typeface="Inter Tight SemiBold"/>
              </a:defRPr>
            </a:lvl7pPr>
            <a:lvl8pPr lvl="7" marR="0" rtl="0" algn="l">
              <a:lnSpc>
                <a:spcPct val="100000"/>
              </a:lnSpc>
              <a:spcBef>
                <a:spcPts val="0"/>
              </a:spcBef>
              <a:spcAft>
                <a:spcPts val="0"/>
              </a:spcAft>
              <a:buClr>
                <a:schemeClr val="dk2"/>
              </a:buClr>
              <a:buSzPts val="2800"/>
              <a:buFont typeface="Inter Tight SemiBold"/>
              <a:buNone/>
              <a:defRPr b="0" i="0" sz="2800" u="none" cap="none" strike="noStrike">
                <a:solidFill>
                  <a:schemeClr val="dk2"/>
                </a:solidFill>
                <a:latin typeface="Inter Tight SemiBold"/>
                <a:ea typeface="Inter Tight SemiBold"/>
                <a:cs typeface="Inter Tight SemiBold"/>
                <a:sym typeface="Inter Tight SemiBold"/>
              </a:defRPr>
            </a:lvl8pPr>
            <a:lvl9pPr lvl="8" marR="0" rtl="0" algn="l">
              <a:lnSpc>
                <a:spcPct val="100000"/>
              </a:lnSpc>
              <a:spcBef>
                <a:spcPts val="0"/>
              </a:spcBef>
              <a:spcAft>
                <a:spcPts val="0"/>
              </a:spcAft>
              <a:buClr>
                <a:schemeClr val="dk2"/>
              </a:buClr>
              <a:buSzPts val="2800"/>
              <a:buFont typeface="Inter Tight SemiBold"/>
              <a:buNone/>
              <a:defRPr b="0" i="0" sz="2800" u="none" cap="none" strike="noStrike">
                <a:solidFill>
                  <a:schemeClr val="dk2"/>
                </a:solidFill>
                <a:latin typeface="Inter Tight SemiBold"/>
                <a:ea typeface="Inter Tight SemiBold"/>
                <a:cs typeface="Inter Tight SemiBold"/>
                <a:sym typeface="Inter Tight SemiBold"/>
              </a:defRPr>
            </a:lvl9pPr>
          </a:lstStyle>
          <a:p/>
        </p:txBody>
      </p:sp>
      <p:sp>
        <p:nvSpPr>
          <p:cNvPr id="52" name="Google Shape;52;p13"/>
          <p:cNvSpPr txBox="1"/>
          <p:nvPr>
            <p:ph idx="1" type="body"/>
          </p:nvPr>
        </p:nvSpPr>
        <p:spPr>
          <a:xfrm>
            <a:off x="311700" y="1152475"/>
            <a:ext cx="8475600" cy="3416400"/>
          </a:xfrm>
          <a:prstGeom prst="rect">
            <a:avLst/>
          </a:prstGeom>
          <a:noFill/>
          <a:ln>
            <a:noFill/>
          </a:ln>
        </p:spPr>
        <p:txBody>
          <a:bodyPr anchorCtr="0" anchor="t" bIns="91425" lIns="91425" spcFirstLastPara="1" rIns="91425" wrap="square" tIns="91425">
            <a:spAutoFit/>
          </a:bodyPr>
          <a:lstStyle>
            <a:lvl1pPr indent="-336550" lvl="0" marL="457200" marR="0" rtl="0" algn="l">
              <a:lnSpc>
                <a:spcPct val="100000"/>
              </a:lnSpc>
              <a:spcBef>
                <a:spcPts val="0"/>
              </a:spcBef>
              <a:spcAft>
                <a:spcPts val="0"/>
              </a:spcAft>
              <a:buClr>
                <a:schemeClr val="dk1"/>
              </a:buClr>
              <a:buSzPts val="1700"/>
              <a:buFont typeface="Inter Tight"/>
              <a:buChar char="●"/>
              <a:defRPr b="0" i="0" sz="1700" u="none" cap="none" strike="noStrike">
                <a:solidFill>
                  <a:schemeClr val="dk1"/>
                </a:solidFill>
                <a:latin typeface="Inter Tight"/>
                <a:ea typeface="Inter Tight"/>
                <a:cs typeface="Inter Tight"/>
                <a:sym typeface="Inter Tight"/>
              </a:defRPr>
            </a:lvl1pPr>
            <a:lvl2pPr indent="-336550" lvl="1" marL="914400" marR="0" rtl="0" algn="l">
              <a:lnSpc>
                <a:spcPct val="100000"/>
              </a:lnSpc>
              <a:spcBef>
                <a:spcPts val="0"/>
              </a:spcBef>
              <a:spcAft>
                <a:spcPts val="0"/>
              </a:spcAft>
              <a:buClr>
                <a:schemeClr val="dk1"/>
              </a:buClr>
              <a:buSzPts val="1700"/>
              <a:buFont typeface="Inter Tight"/>
              <a:buChar char="○"/>
              <a:defRPr b="0" i="0" sz="1700" u="none" cap="none" strike="noStrike">
                <a:solidFill>
                  <a:schemeClr val="dk1"/>
                </a:solidFill>
                <a:latin typeface="Inter Tight"/>
                <a:ea typeface="Inter Tight"/>
                <a:cs typeface="Inter Tight"/>
                <a:sym typeface="Inter Tight"/>
              </a:defRPr>
            </a:lvl2pPr>
            <a:lvl3pPr indent="-336550" lvl="2" marL="1371600" marR="0" rtl="0" algn="l">
              <a:lnSpc>
                <a:spcPct val="100000"/>
              </a:lnSpc>
              <a:spcBef>
                <a:spcPts val="0"/>
              </a:spcBef>
              <a:spcAft>
                <a:spcPts val="0"/>
              </a:spcAft>
              <a:buClr>
                <a:schemeClr val="dk1"/>
              </a:buClr>
              <a:buSzPts val="1700"/>
              <a:buFont typeface="Inter Tight"/>
              <a:buChar char="■"/>
              <a:defRPr b="0" i="0" sz="1700" u="none" cap="none" strike="noStrike">
                <a:solidFill>
                  <a:schemeClr val="dk1"/>
                </a:solidFill>
                <a:latin typeface="Inter Tight"/>
                <a:ea typeface="Inter Tight"/>
                <a:cs typeface="Inter Tight"/>
                <a:sym typeface="Inter Tight"/>
              </a:defRPr>
            </a:lvl3pPr>
            <a:lvl4pPr indent="-336550" lvl="3" marL="1828800" marR="0" rtl="0" algn="l">
              <a:lnSpc>
                <a:spcPct val="100000"/>
              </a:lnSpc>
              <a:spcBef>
                <a:spcPts val="0"/>
              </a:spcBef>
              <a:spcAft>
                <a:spcPts val="0"/>
              </a:spcAft>
              <a:buClr>
                <a:schemeClr val="dk1"/>
              </a:buClr>
              <a:buSzPts val="1700"/>
              <a:buFont typeface="Inter Tight"/>
              <a:buChar char="●"/>
              <a:defRPr b="0" i="0" sz="1700" u="none" cap="none" strike="noStrike">
                <a:solidFill>
                  <a:schemeClr val="dk1"/>
                </a:solidFill>
                <a:latin typeface="Inter Tight"/>
                <a:ea typeface="Inter Tight"/>
                <a:cs typeface="Inter Tight"/>
                <a:sym typeface="Inter Tight"/>
              </a:defRPr>
            </a:lvl4pPr>
            <a:lvl5pPr indent="-336550" lvl="4" marL="2286000" marR="0" rtl="0" algn="l">
              <a:lnSpc>
                <a:spcPct val="100000"/>
              </a:lnSpc>
              <a:spcBef>
                <a:spcPts val="0"/>
              </a:spcBef>
              <a:spcAft>
                <a:spcPts val="0"/>
              </a:spcAft>
              <a:buClr>
                <a:schemeClr val="dk1"/>
              </a:buClr>
              <a:buSzPts val="1700"/>
              <a:buFont typeface="Inter Tight"/>
              <a:buChar char="○"/>
              <a:defRPr b="0" i="0" sz="1700" u="none" cap="none" strike="noStrike">
                <a:solidFill>
                  <a:schemeClr val="dk1"/>
                </a:solidFill>
                <a:latin typeface="Inter Tight"/>
                <a:ea typeface="Inter Tight"/>
                <a:cs typeface="Inter Tight"/>
                <a:sym typeface="Inter Tight"/>
              </a:defRPr>
            </a:lvl5pPr>
            <a:lvl6pPr indent="-336550" lvl="5" marL="2743200" marR="0" rtl="0" algn="l">
              <a:lnSpc>
                <a:spcPct val="100000"/>
              </a:lnSpc>
              <a:spcBef>
                <a:spcPts val="0"/>
              </a:spcBef>
              <a:spcAft>
                <a:spcPts val="0"/>
              </a:spcAft>
              <a:buClr>
                <a:schemeClr val="dk1"/>
              </a:buClr>
              <a:buSzPts val="1700"/>
              <a:buFont typeface="Inter Tight"/>
              <a:buChar char="■"/>
              <a:defRPr b="0" i="0" sz="1700" u="none" cap="none" strike="noStrike">
                <a:solidFill>
                  <a:schemeClr val="dk1"/>
                </a:solidFill>
                <a:latin typeface="Inter Tight"/>
                <a:ea typeface="Inter Tight"/>
                <a:cs typeface="Inter Tight"/>
                <a:sym typeface="Inter Tight"/>
              </a:defRPr>
            </a:lvl6pPr>
            <a:lvl7pPr indent="-336550" lvl="6" marL="3200400" marR="0" rtl="0" algn="l">
              <a:lnSpc>
                <a:spcPct val="100000"/>
              </a:lnSpc>
              <a:spcBef>
                <a:spcPts val="0"/>
              </a:spcBef>
              <a:spcAft>
                <a:spcPts val="0"/>
              </a:spcAft>
              <a:buClr>
                <a:schemeClr val="dk1"/>
              </a:buClr>
              <a:buSzPts val="1700"/>
              <a:buFont typeface="Inter Tight"/>
              <a:buChar char="●"/>
              <a:defRPr b="0" i="0" sz="1700" u="none" cap="none" strike="noStrike">
                <a:solidFill>
                  <a:schemeClr val="dk1"/>
                </a:solidFill>
                <a:latin typeface="Inter Tight"/>
                <a:ea typeface="Inter Tight"/>
                <a:cs typeface="Inter Tight"/>
                <a:sym typeface="Inter Tight"/>
              </a:defRPr>
            </a:lvl7pPr>
            <a:lvl8pPr indent="-336550" lvl="7" marL="3657600" marR="0" rtl="0" algn="l">
              <a:lnSpc>
                <a:spcPct val="100000"/>
              </a:lnSpc>
              <a:spcBef>
                <a:spcPts val="0"/>
              </a:spcBef>
              <a:spcAft>
                <a:spcPts val="0"/>
              </a:spcAft>
              <a:buClr>
                <a:schemeClr val="dk1"/>
              </a:buClr>
              <a:buSzPts val="1700"/>
              <a:buFont typeface="Inter Tight"/>
              <a:buChar char="○"/>
              <a:defRPr b="0" i="0" sz="1700" u="none" cap="none" strike="noStrike">
                <a:solidFill>
                  <a:schemeClr val="dk1"/>
                </a:solidFill>
                <a:latin typeface="Inter Tight"/>
                <a:ea typeface="Inter Tight"/>
                <a:cs typeface="Inter Tight"/>
                <a:sym typeface="Inter Tight"/>
              </a:defRPr>
            </a:lvl8pPr>
            <a:lvl9pPr indent="-336550" lvl="8" marL="4114800" marR="0" rtl="0" algn="l">
              <a:lnSpc>
                <a:spcPct val="100000"/>
              </a:lnSpc>
              <a:spcBef>
                <a:spcPts val="0"/>
              </a:spcBef>
              <a:spcAft>
                <a:spcPts val="0"/>
              </a:spcAft>
              <a:buClr>
                <a:schemeClr val="dk1"/>
              </a:buClr>
              <a:buSzPts val="1700"/>
              <a:buFont typeface="Inter Tight"/>
              <a:buChar char="■"/>
              <a:defRPr b="0" i="0" sz="1700" u="none" cap="none" strike="noStrike">
                <a:solidFill>
                  <a:schemeClr val="dk1"/>
                </a:solidFill>
                <a:latin typeface="Inter Tight"/>
                <a:ea typeface="Inter Tight"/>
                <a:cs typeface="Inter Tight"/>
                <a:sym typeface="Inter Tight"/>
              </a:defRPr>
            </a:lvl9pPr>
          </a:lstStyle>
          <a:p/>
        </p:txBody>
      </p:sp>
      <p:sp>
        <p:nvSpPr>
          <p:cNvPr id="53" name="Google Shape;53;p13"/>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s://universe.roboflow.com/yolo-1eope/pantry-wlooe/dataset/1" TargetMode="External"/><Relationship Id="rId4" Type="http://schemas.openxmlformats.org/officeDocument/2006/relationships/hyperlink" Target="https://app.roboflow.com/satyaraj/food-waste-detection-jghxg-kzif0/models/food-waste-detection-jghxg-kzif0/1" TargetMode="External"/><Relationship Id="rId5" Type="http://schemas.openxmlformats.org/officeDocument/2006/relationships/hyperlink" Target="https://app.roboflow.com/satyaraj/food-waste-detection-jghxg-kzif0/models/food-waste-detection-jghxg-kzif0/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hyperlink" Target="https://universe.roboflow.com/food-1b74y/food-waste-detection-jghx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s://www.analyticsvidhya.com/blog/2023/01/food-waste-management-ai-driven-food-waste-technologie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2"/>
          <p:cNvSpPr txBox="1"/>
          <p:nvPr>
            <p:ph type="ctrTitle"/>
          </p:nvPr>
        </p:nvSpPr>
        <p:spPr>
          <a:xfrm>
            <a:off x="2524050" y="550225"/>
            <a:ext cx="4307700" cy="877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SzPts val="5000"/>
              <a:buNone/>
            </a:pPr>
            <a:r>
              <a:rPr lang="en"/>
              <a:t>The Outliers</a:t>
            </a:r>
            <a:endParaRPr/>
          </a:p>
        </p:txBody>
      </p:sp>
      <p:sp>
        <p:nvSpPr>
          <p:cNvPr id="365" name="Google Shape;365;p52"/>
          <p:cNvSpPr txBox="1"/>
          <p:nvPr>
            <p:ph idx="1" type="subTitle"/>
          </p:nvPr>
        </p:nvSpPr>
        <p:spPr>
          <a:xfrm>
            <a:off x="383725" y="1784275"/>
            <a:ext cx="6614400" cy="24936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500"/>
              <a:buNone/>
            </a:pPr>
            <a:r>
              <a:rPr lang="en" sz="1500"/>
              <a:t>Members:</a:t>
            </a:r>
            <a:endParaRPr sz="1500"/>
          </a:p>
          <a:p>
            <a:pPr indent="0" lvl="0" marL="0" rtl="0" algn="l">
              <a:lnSpc>
                <a:spcPct val="100000"/>
              </a:lnSpc>
              <a:spcBef>
                <a:spcPts val="0"/>
              </a:spcBef>
              <a:spcAft>
                <a:spcPts val="0"/>
              </a:spcAft>
              <a:buSzPts val="2500"/>
              <a:buNone/>
            </a:pPr>
            <a:r>
              <a:rPr lang="en" sz="1500"/>
              <a:t>Satyarajsinh Jadeja </a:t>
            </a:r>
            <a:endParaRPr sz="1500"/>
          </a:p>
          <a:p>
            <a:pPr indent="0" lvl="0" marL="0" rtl="0" algn="l">
              <a:lnSpc>
                <a:spcPct val="100000"/>
              </a:lnSpc>
              <a:spcBef>
                <a:spcPts val="0"/>
              </a:spcBef>
              <a:spcAft>
                <a:spcPts val="0"/>
              </a:spcAft>
              <a:buSzPts val="2500"/>
              <a:buNone/>
            </a:pPr>
            <a:r>
              <a:rPr lang="en" sz="1500"/>
              <a:t>Hiren Thakkar</a:t>
            </a:r>
            <a:endParaRPr sz="1500"/>
          </a:p>
          <a:p>
            <a:pPr indent="0" lvl="0" marL="0" rtl="0" algn="l">
              <a:lnSpc>
                <a:spcPct val="100000"/>
              </a:lnSpc>
              <a:spcBef>
                <a:spcPts val="0"/>
              </a:spcBef>
              <a:spcAft>
                <a:spcPts val="0"/>
              </a:spcAft>
              <a:buSzPts val="2500"/>
              <a:buNone/>
            </a:pPr>
            <a:r>
              <a:rPr lang="en" sz="1500"/>
              <a:t>Swapnil Sheth</a:t>
            </a:r>
            <a:endParaRPr sz="1500"/>
          </a:p>
          <a:p>
            <a:pPr indent="0" lvl="0" marL="0" rtl="0" algn="l">
              <a:lnSpc>
                <a:spcPct val="100000"/>
              </a:lnSpc>
              <a:spcBef>
                <a:spcPts val="0"/>
              </a:spcBef>
              <a:spcAft>
                <a:spcPts val="0"/>
              </a:spcAft>
              <a:buSzPts val="2500"/>
              <a:buNone/>
            </a:pPr>
            <a:r>
              <a:rPr lang="en" sz="1500"/>
              <a:t>Vijita Dudhrejiya </a:t>
            </a:r>
            <a:endParaRPr sz="1500"/>
          </a:p>
          <a:p>
            <a:pPr indent="0" lvl="0" marL="0" rtl="0" algn="l">
              <a:lnSpc>
                <a:spcPct val="100000"/>
              </a:lnSpc>
              <a:spcBef>
                <a:spcPts val="0"/>
              </a:spcBef>
              <a:spcAft>
                <a:spcPts val="0"/>
              </a:spcAft>
              <a:buSzPts val="2500"/>
              <a:buNone/>
            </a:pPr>
            <a:r>
              <a:rPr lang="en" sz="1500"/>
              <a:t>Monisha Charaniya </a:t>
            </a:r>
            <a:endParaRPr sz="1500"/>
          </a:p>
          <a:p>
            <a:pPr indent="0" lvl="0" marL="0" rtl="0" algn="l">
              <a:lnSpc>
                <a:spcPct val="100000"/>
              </a:lnSpc>
              <a:spcBef>
                <a:spcPts val="0"/>
              </a:spcBef>
              <a:spcAft>
                <a:spcPts val="0"/>
              </a:spcAft>
              <a:buSzPts val="2500"/>
              <a:buNone/>
            </a:pPr>
            <a:r>
              <a:rPr lang="en" sz="1500"/>
              <a:t>Rimmi Parmar</a:t>
            </a:r>
            <a:endParaRPr sz="1500"/>
          </a:p>
          <a:p>
            <a:pPr indent="0" lvl="0" marL="0" rtl="0" algn="l">
              <a:lnSpc>
                <a:spcPct val="100000"/>
              </a:lnSpc>
              <a:spcBef>
                <a:spcPts val="0"/>
              </a:spcBef>
              <a:spcAft>
                <a:spcPts val="0"/>
              </a:spcAft>
              <a:buSzPts val="2500"/>
              <a:buNone/>
            </a:pPr>
            <a:r>
              <a:t/>
            </a:r>
            <a:endParaRPr sz="1500"/>
          </a:p>
          <a:p>
            <a:pPr indent="0" lvl="0" marL="0" rtl="0" algn="l">
              <a:lnSpc>
                <a:spcPct val="100000"/>
              </a:lnSpc>
              <a:spcBef>
                <a:spcPts val="0"/>
              </a:spcBef>
              <a:spcAft>
                <a:spcPts val="0"/>
              </a:spcAft>
              <a:buSzPts val="2500"/>
              <a:buNone/>
            </a:pPr>
            <a:r>
              <a:t/>
            </a:r>
            <a:endParaRPr sz="1500"/>
          </a:p>
          <a:p>
            <a:pPr indent="0" lvl="0" marL="0" rtl="0" algn="l">
              <a:lnSpc>
                <a:spcPct val="100000"/>
              </a:lnSpc>
              <a:spcBef>
                <a:spcPts val="0"/>
              </a:spcBef>
              <a:spcAft>
                <a:spcPts val="0"/>
              </a:spcAft>
              <a:buSzPts val="2500"/>
              <a:buNone/>
            </a:pPr>
            <a:r>
              <a:rPr lang="en" sz="1500"/>
              <a:t>Prayosha Food Services Pvt Ltd(Petpooja)</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3"/>
          <p:cNvSpPr txBox="1"/>
          <p:nvPr>
            <p:ph type="title"/>
          </p:nvPr>
        </p:nvSpPr>
        <p:spPr>
          <a:xfrm>
            <a:off x="591625" y="454974"/>
            <a:ext cx="8033400" cy="1572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lang="en" sz="4000"/>
              <a:t>Assumptions</a:t>
            </a:r>
            <a:endParaRPr sz="4000"/>
          </a:p>
        </p:txBody>
      </p:sp>
      <p:sp>
        <p:nvSpPr>
          <p:cNvPr id="371" name="Google Shape;371;p53"/>
          <p:cNvSpPr txBox="1"/>
          <p:nvPr>
            <p:ph idx="1" type="body"/>
          </p:nvPr>
        </p:nvSpPr>
        <p:spPr>
          <a:xfrm>
            <a:off x="591625" y="2309775"/>
            <a:ext cx="8323200" cy="2324100"/>
          </a:xfrm>
          <a:prstGeom prst="rect">
            <a:avLst/>
          </a:prstGeom>
          <a:noFill/>
          <a:ln cap="flat" cmpd="sng" w="9525">
            <a:solidFill>
              <a:srgbClr val="93C47D"/>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spcBef>
                <a:spcPts val="0"/>
              </a:spcBef>
              <a:spcAft>
                <a:spcPts val="0"/>
              </a:spcAft>
              <a:buClr>
                <a:schemeClr val="accent1"/>
              </a:buClr>
              <a:buSzPts val="1400"/>
              <a:buFont typeface="Arial"/>
              <a:buAutoNum type="arabicPeriod"/>
            </a:pPr>
            <a:r>
              <a:rPr b="1" lang="en" sz="1400">
                <a:solidFill>
                  <a:schemeClr val="accent1"/>
                </a:solidFill>
                <a:latin typeface="Arial"/>
                <a:ea typeface="Arial"/>
                <a:cs typeface="Arial"/>
                <a:sym typeface="Arial"/>
              </a:rPr>
              <a:t>Data Availability</a:t>
            </a:r>
            <a:r>
              <a:rPr lang="en" sz="1400">
                <a:solidFill>
                  <a:schemeClr val="accent1"/>
                </a:solidFill>
                <a:latin typeface="Arial"/>
                <a:ea typeface="Arial"/>
                <a:cs typeface="Arial"/>
                <a:sym typeface="Arial"/>
              </a:rPr>
              <a:t>: Historical sales data and ingredient images are accessible for training AI models.</a:t>
            </a:r>
            <a:endParaRPr sz="1400">
              <a:solidFill>
                <a:schemeClr val="accent1"/>
              </a:solidFill>
              <a:latin typeface="Arial"/>
              <a:ea typeface="Arial"/>
              <a:cs typeface="Arial"/>
              <a:sym typeface="Arial"/>
            </a:endParaRPr>
          </a:p>
          <a:p>
            <a:pPr indent="-317500" lvl="0" marL="457200" rtl="0" algn="l">
              <a:spcBef>
                <a:spcPts val="0"/>
              </a:spcBef>
              <a:spcAft>
                <a:spcPts val="0"/>
              </a:spcAft>
              <a:buClr>
                <a:schemeClr val="accent1"/>
              </a:buClr>
              <a:buSzPts val="1400"/>
              <a:buFont typeface="Arial"/>
              <a:buAutoNum type="arabicPeriod"/>
            </a:pPr>
            <a:r>
              <a:rPr b="1" lang="en" sz="1400">
                <a:solidFill>
                  <a:schemeClr val="accent1"/>
                </a:solidFill>
                <a:latin typeface="Arial"/>
                <a:ea typeface="Arial"/>
                <a:cs typeface="Arial"/>
                <a:sym typeface="Arial"/>
              </a:rPr>
              <a:t>Camera Infrastructure</a:t>
            </a:r>
            <a:r>
              <a:rPr lang="en" sz="1400">
                <a:solidFill>
                  <a:schemeClr val="accent1"/>
                </a:solidFill>
                <a:latin typeface="Arial"/>
                <a:ea typeface="Arial"/>
                <a:cs typeface="Arial"/>
                <a:sym typeface="Arial"/>
              </a:rPr>
              <a:t>: Restaurants have installed cameras for real-time inventory and spoilage monitoring.</a:t>
            </a:r>
            <a:endParaRPr sz="1400">
              <a:solidFill>
                <a:schemeClr val="accent1"/>
              </a:solidFill>
              <a:latin typeface="Arial"/>
              <a:ea typeface="Arial"/>
              <a:cs typeface="Arial"/>
              <a:sym typeface="Arial"/>
            </a:endParaRPr>
          </a:p>
          <a:p>
            <a:pPr indent="-317500" lvl="0" marL="457200" rtl="0" algn="l">
              <a:spcBef>
                <a:spcPts val="0"/>
              </a:spcBef>
              <a:spcAft>
                <a:spcPts val="0"/>
              </a:spcAft>
              <a:buClr>
                <a:schemeClr val="accent1"/>
              </a:buClr>
              <a:buSzPts val="1400"/>
              <a:buFont typeface="Arial"/>
              <a:buAutoNum type="arabicPeriod"/>
            </a:pPr>
            <a:r>
              <a:rPr b="1" lang="en" sz="1400">
                <a:solidFill>
                  <a:schemeClr val="accent1"/>
                </a:solidFill>
                <a:latin typeface="Arial"/>
                <a:ea typeface="Arial"/>
                <a:cs typeface="Arial"/>
                <a:sym typeface="Arial"/>
              </a:rPr>
              <a:t>Stable Internet</a:t>
            </a:r>
            <a:r>
              <a:rPr lang="en" sz="1400">
                <a:solidFill>
                  <a:schemeClr val="accent1"/>
                </a:solidFill>
                <a:latin typeface="Arial"/>
                <a:ea typeface="Arial"/>
                <a:cs typeface="Arial"/>
                <a:sym typeface="Arial"/>
              </a:rPr>
              <a:t>: Consistent connectivity is available for cloud-based AI processing and analytics.</a:t>
            </a:r>
            <a:endParaRPr sz="1400">
              <a:solidFill>
                <a:schemeClr val="accent1"/>
              </a:solidFill>
              <a:latin typeface="Arial"/>
              <a:ea typeface="Arial"/>
              <a:cs typeface="Arial"/>
              <a:sym typeface="Arial"/>
            </a:endParaRPr>
          </a:p>
          <a:p>
            <a:pPr indent="-317500" lvl="0" marL="457200" rtl="0" algn="l">
              <a:spcBef>
                <a:spcPts val="0"/>
              </a:spcBef>
              <a:spcAft>
                <a:spcPts val="0"/>
              </a:spcAft>
              <a:buClr>
                <a:schemeClr val="accent1"/>
              </a:buClr>
              <a:buSzPts val="1400"/>
              <a:buFont typeface="Arial"/>
              <a:buAutoNum type="arabicPeriod"/>
            </a:pPr>
            <a:r>
              <a:rPr b="1" lang="en" sz="1400">
                <a:solidFill>
                  <a:schemeClr val="accent1"/>
                </a:solidFill>
                <a:latin typeface="Arial"/>
                <a:ea typeface="Arial"/>
                <a:cs typeface="Arial"/>
                <a:sym typeface="Arial"/>
              </a:rPr>
              <a:t>Staff Training</a:t>
            </a:r>
            <a:r>
              <a:rPr lang="en" sz="1400">
                <a:solidFill>
                  <a:schemeClr val="accent1"/>
                </a:solidFill>
                <a:latin typeface="Arial"/>
                <a:ea typeface="Arial"/>
                <a:cs typeface="Arial"/>
                <a:sym typeface="Arial"/>
              </a:rPr>
              <a:t>: Kitchen staff are trained to use the AI system effectively.</a:t>
            </a:r>
            <a:endParaRPr sz="1400">
              <a:solidFill>
                <a:schemeClr val="accent1"/>
              </a:solidFill>
              <a:latin typeface="Arial"/>
              <a:ea typeface="Arial"/>
              <a:cs typeface="Arial"/>
              <a:sym typeface="Arial"/>
            </a:endParaRPr>
          </a:p>
          <a:p>
            <a:pPr indent="-317500" lvl="0" marL="457200" rtl="0" algn="l">
              <a:spcBef>
                <a:spcPts val="0"/>
              </a:spcBef>
              <a:spcAft>
                <a:spcPts val="0"/>
              </a:spcAft>
              <a:buClr>
                <a:schemeClr val="accent1"/>
              </a:buClr>
              <a:buSzPts val="1400"/>
              <a:buFont typeface="Arial"/>
              <a:buAutoNum type="arabicPeriod"/>
            </a:pPr>
            <a:r>
              <a:rPr b="1" lang="en" sz="1400">
                <a:solidFill>
                  <a:schemeClr val="accent1"/>
                </a:solidFill>
                <a:latin typeface="Arial"/>
                <a:ea typeface="Arial"/>
                <a:cs typeface="Arial"/>
                <a:sym typeface="Arial"/>
              </a:rPr>
              <a:t>Ingredient Consistency</a:t>
            </a:r>
            <a:r>
              <a:rPr lang="en" sz="1400">
                <a:solidFill>
                  <a:schemeClr val="accent1"/>
                </a:solidFill>
                <a:latin typeface="Arial"/>
                <a:ea typeface="Arial"/>
                <a:cs typeface="Arial"/>
                <a:sym typeface="Arial"/>
              </a:rPr>
              <a:t>: Food items have standardized labeling and packaging for accurate recognition.</a:t>
            </a:r>
            <a:endParaRPr sz="1400">
              <a:solidFill>
                <a:schemeClr val="accent1"/>
              </a:solidFill>
              <a:latin typeface="Arial"/>
              <a:ea typeface="Arial"/>
              <a:cs typeface="Arial"/>
              <a:sym typeface="Arial"/>
            </a:endParaRPr>
          </a:p>
          <a:p>
            <a:pPr indent="0" lvl="0" marL="0" rtl="0" algn="l">
              <a:lnSpc>
                <a:spcPct val="100000"/>
              </a:lnSpc>
              <a:spcBef>
                <a:spcPts val="1200"/>
              </a:spcBef>
              <a:spcAft>
                <a:spcPts val="1200"/>
              </a:spcAft>
              <a:buSzPts val="1700"/>
              <a:buNone/>
            </a:pPr>
            <a:r>
              <a:t/>
            </a:r>
            <a:endParaRPr i="1"/>
          </a:p>
        </p:txBody>
      </p:sp>
      <p:sp>
        <p:nvSpPr>
          <p:cNvPr id="372" name="Google Shape;372;p53"/>
          <p:cNvSpPr txBox="1"/>
          <p:nvPr>
            <p:ph idx="1" type="body"/>
          </p:nvPr>
        </p:nvSpPr>
        <p:spPr>
          <a:xfrm>
            <a:off x="2787975" y="4804800"/>
            <a:ext cx="4380900" cy="338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700"/>
              <a:buNone/>
            </a:pPr>
            <a:r>
              <a:rPr b="1" i="1" lang="en" sz="1000">
                <a:solidFill>
                  <a:srgbClr val="999999"/>
                </a:solidFill>
              </a:rPr>
              <a:t>***You can add few more slides for adding references, if required***</a:t>
            </a:r>
            <a:endParaRPr b="1" i="1" sz="1000">
              <a:solidFill>
                <a:srgbClr val="99999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4"/>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378" name="Google Shape;378;p54"/>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lang="en"/>
              <a:t>1. Computer Vision for Smart Inventory Management</a:t>
            </a:r>
            <a:endParaRPr/>
          </a:p>
        </p:txBody>
      </p:sp>
      <p:sp>
        <p:nvSpPr>
          <p:cNvPr id="379" name="Google Shape;379;p54"/>
          <p:cNvSpPr/>
          <p:nvPr/>
        </p:nvSpPr>
        <p:spPr>
          <a:xfrm flipH="1" rot="5098785">
            <a:off x="25126" y="-116738"/>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380" name="Google Shape;380;p54"/>
          <p:cNvSpPr txBox="1"/>
          <p:nvPr>
            <p:ph idx="1" type="body"/>
          </p:nvPr>
        </p:nvSpPr>
        <p:spPr>
          <a:xfrm>
            <a:off x="972150" y="1627900"/>
            <a:ext cx="7756800" cy="1777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700"/>
              <a:buNone/>
            </a:pPr>
            <a:r>
              <a:rPr lang="en">
                <a:solidFill>
                  <a:schemeClr val="accent1"/>
                </a:solidFill>
              </a:rPr>
              <a:t>Scans Image or Real-Time Camera Feed and extracts:</a:t>
            </a:r>
            <a:endParaRPr>
              <a:solidFill>
                <a:schemeClr val="accent1"/>
              </a:solidFill>
            </a:endParaRPr>
          </a:p>
          <a:p>
            <a:pPr indent="-336550" lvl="0" marL="457200" rtl="0" algn="l">
              <a:lnSpc>
                <a:spcPct val="150000"/>
              </a:lnSpc>
              <a:spcBef>
                <a:spcPts val="1200"/>
              </a:spcBef>
              <a:spcAft>
                <a:spcPts val="0"/>
              </a:spcAft>
              <a:buClr>
                <a:schemeClr val="accent1"/>
              </a:buClr>
              <a:buSzPts val="1700"/>
              <a:buChar char="●"/>
            </a:pPr>
            <a:r>
              <a:rPr lang="en">
                <a:solidFill>
                  <a:schemeClr val="accent1"/>
                </a:solidFill>
              </a:rPr>
              <a:t>Item names from the feed</a:t>
            </a:r>
            <a:endParaRPr>
              <a:solidFill>
                <a:schemeClr val="accent1"/>
              </a:solidFill>
            </a:endParaRPr>
          </a:p>
          <a:p>
            <a:pPr indent="-336550" lvl="0" marL="457200" rtl="0" algn="l">
              <a:lnSpc>
                <a:spcPct val="150000"/>
              </a:lnSpc>
              <a:spcBef>
                <a:spcPts val="0"/>
              </a:spcBef>
              <a:spcAft>
                <a:spcPts val="0"/>
              </a:spcAft>
              <a:buClr>
                <a:schemeClr val="accent1"/>
              </a:buClr>
              <a:buSzPts val="1700"/>
              <a:buChar char="●"/>
            </a:pPr>
            <a:r>
              <a:rPr lang="en">
                <a:solidFill>
                  <a:schemeClr val="accent1"/>
                </a:solidFill>
              </a:rPr>
              <a:t>Spoilage Status(Expired, Soon to be Expired or Fresh)</a:t>
            </a:r>
            <a:endParaRPr>
              <a:solidFill>
                <a:schemeClr val="accent1"/>
              </a:solidFill>
            </a:endParaRPr>
          </a:p>
          <a:p>
            <a:pPr indent="-336550" lvl="0" marL="457200" rtl="0" algn="l">
              <a:lnSpc>
                <a:spcPct val="150000"/>
              </a:lnSpc>
              <a:spcBef>
                <a:spcPts val="0"/>
              </a:spcBef>
              <a:spcAft>
                <a:spcPts val="0"/>
              </a:spcAft>
              <a:buClr>
                <a:schemeClr val="accent1"/>
              </a:buClr>
              <a:buSzPts val="1700"/>
              <a:buChar char="●"/>
            </a:pPr>
            <a:r>
              <a:rPr lang="en">
                <a:solidFill>
                  <a:schemeClr val="accent1"/>
                </a:solidFill>
              </a:rPr>
              <a:t>Quantity of items present in the image</a:t>
            </a:r>
            <a:r>
              <a:rPr lang="en">
                <a:solidFill>
                  <a:schemeClr val="accent1"/>
                </a:solidFill>
              </a:rPr>
              <a:t>  </a:t>
            </a:r>
            <a:r>
              <a:rPr i="1" lang="en">
                <a:solidFill>
                  <a:srgbClr val="999999"/>
                </a:solidFill>
              </a:rPr>
              <a:t>                                                                </a:t>
            </a:r>
            <a:endParaRPr i="1">
              <a:solidFill>
                <a:srgbClr val="999999"/>
              </a:solidFill>
            </a:endParaRPr>
          </a:p>
        </p:txBody>
      </p:sp>
      <p:sp>
        <p:nvSpPr>
          <p:cNvPr id="381" name="Google Shape;381;p54"/>
          <p:cNvSpPr txBox="1"/>
          <p:nvPr>
            <p:ph idx="1" type="body"/>
          </p:nvPr>
        </p:nvSpPr>
        <p:spPr>
          <a:xfrm>
            <a:off x="2846875" y="4804800"/>
            <a:ext cx="4380900" cy="338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700"/>
              <a:buNone/>
            </a:pPr>
            <a:r>
              <a:rPr b="1" i="1" lang="en" sz="1000">
                <a:solidFill>
                  <a:srgbClr val="999999"/>
                </a:solidFill>
              </a:rPr>
              <a:t>***You can add few more slides for adding references, if required***</a:t>
            </a:r>
            <a:endParaRPr b="1" i="1" sz="1000">
              <a:solidFill>
                <a:srgbClr val="99999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5"/>
          <p:cNvSpPr txBox="1"/>
          <p:nvPr>
            <p:ph idx="1" type="body"/>
          </p:nvPr>
        </p:nvSpPr>
        <p:spPr>
          <a:xfrm>
            <a:off x="749925" y="1329475"/>
            <a:ext cx="7568100" cy="44877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accent1"/>
              </a:buClr>
              <a:buSzPts val="1700"/>
              <a:buChar char="●"/>
            </a:pPr>
            <a:r>
              <a:rPr lang="en">
                <a:solidFill>
                  <a:schemeClr val="accent1"/>
                </a:solidFill>
              </a:rPr>
              <a:t>Front-End: HTML ,CSS and Javascript</a:t>
            </a:r>
            <a:endParaRPr>
              <a:solidFill>
                <a:schemeClr val="accent1"/>
              </a:solidFill>
            </a:endParaRPr>
          </a:p>
          <a:p>
            <a:pPr indent="-336550" lvl="0" marL="457200" rtl="0" algn="l">
              <a:lnSpc>
                <a:spcPct val="115000"/>
              </a:lnSpc>
              <a:spcBef>
                <a:spcPts val="0"/>
              </a:spcBef>
              <a:spcAft>
                <a:spcPts val="0"/>
              </a:spcAft>
              <a:buClr>
                <a:schemeClr val="accent1"/>
              </a:buClr>
              <a:buSzPts val="1700"/>
              <a:buChar char="●"/>
            </a:pPr>
            <a:r>
              <a:rPr lang="en">
                <a:solidFill>
                  <a:schemeClr val="accent1"/>
                </a:solidFill>
              </a:rPr>
              <a:t>Back-End: Flask</a:t>
            </a:r>
            <a:endParaRPr>
              <a:solidFill>
                <a:schemeClr val="accent1"/>
              </a:solidFill>
            </a:endParaRPr>
          </a:p>
          <a:p>
            <a:pPr indent="-336550" lvl="0" marL="457200" rtl="0" algn="l">
              <a:lnSpc>
                <a:spcPct val="115000"/>
              </a:lnSpc>
              <a:spcBef>
                <a:spcPts val="0"/>
              </a:spcBef>
              <a:spcAft>
                <a:spcPts val="0"/>
              </a:spcAft>
              <a:buClr>
                <a:schemeClr val="accent1"/>
              </a:buClr>
              <a:buSzPts val="1700"/>
              <a:buChar char="●"/>
            </a:pPr>
            <a:r>
              <a:rPr lang="en">
                <a:solidFill>
                  <a:schemeClr val="accent1"/>
                </a:solidFill>
              </a:rPr>
              <a:t>AI/ML Model(APIs used): </a:t>
            </a:r>
            <a:r>
              <a:rPr lang="en">
                <a:solidFill>
                  <a:schemeClr val="accent1"/>
                </a:solidFill>
              </a:rPr>
              <a:t>YOLO v8</a:t>
            </a:r>
            <a:r>
              <a:rPr lang="en">
                <a:solidFill>
                  <a:schemeClr val="accent1"/>
                </a:solidFill>
              </a:rPr>
              <a:t>, Gemini API</a:t>
            </a:r>
            <a:endParaRPr>
              <a:solidFill>
                <a:schemeClr val="accent1"/>
              </a:solidFill>
            </a:endParaRPr>
          </a:p>
          <a:p>
            <a:pPr indent="-336550" lvl="0" marL="457200" rtl="0" algn="l">
              <a:lnSpc>
                <a:spcPct val="115000"/>
              </a:lnSpc>
              <a:spcBef>
                <a:spcPts val="0"/>
              </a:spcBef>
              <a:spcAft>
                <a:spcPts val="0"/>
              </a:spcAft>
              <a:buClr>
                <a:schemeClr val="accent1"/>
              </a:buClr>
              <a:buSzPts val="1700"/>
              <a:buChar char="●"/>
            </a:pPr>
            <a:r>
              <a:rPr lang="en">
                <a:solidFill>
                  <a:schemeClr val="accent1"/>
                </a:solidFill>
              </a:rPr>
              <a:t>Database: JSON</a:t>
            </a:r>
            <a:endParaRPr>
              <a:solidFill>
                <a:schemeClr val="accent1"/>
              </a:solidFill>
            </a:endParaRPr>
          </a:p>
          <a:p>
            <a:pPr indent="-336550" lvl="0" marL="457200" rtl="0" algn="l">
              <a:lnSpc>
                <a:spcPct val="99000"/>
              </a:lnSpc>
              <a:spcBef>
                <a:spcPts val="0"/>
              </a:spcBef>
              <a:spcAft>
                <a:spcPts val="0"/>
              </a:spcAft>
              <a:buClr>
                <a:schemeClr val="accent1"/>
              </a:buClr>
              <a:buSzPts val="1700"/>
              <a:buChar char="●"/>
            </a:pPr>
            <a:r>
              <a:rPr lang="en">
                <a:solidFill>
                  <a:schemeClr val="accent1"/>
                </a:solidFill>
              </a:rPr>
              <a:t>Datasets: </a:t>
            </a:r>
            <a:endParaRPr>
              <a:solidFill>
                <a:schemeClr val="accent1"/>
              </a:solidFill>
            </a:endParaRPr>
          </a:p>
          <a:p>
            <a:pPr indent="-336550" lvl="0" marL="914400" rtl="0" algn="l">
              <a:lnSpc>
                <a:spcPct val="99000"/>
              </a:lnSpc>
              <a:spcBef>
                <a:spcPts val="0"/>
              </a:spcBef>
              <a:spcAft>
                <a:spcPts val="0"/>
              </a:spcAft>
              <a:buClr>
                <a:schemeClr val="accent1"/>
              </a:buClr>
              <a:buSzPts val="1700"/>
              <a:buAutoNum type="arabicPeriod"/>
            </a:pPr>
            <a:r>
              <a:rPr lang="en">
                <a:solidFill>
                  <a:schemeClr val="accent1"/>
                </a:solidFill>
              </a:rPr>
              <a:t>Pantry Object Detection</a:t>
            </a:r>
            <a:endParaRPr>
              <a:solidFill>
                <a:schemeClr val="accent1"/>
              </a:solidFill>
            </a:endParaRPr>
          </a:p>
          <a:p>
            <a:pPr indent="0" lvl="0" marL="914400" rtl="0" algn="l">
              <a:lnSpc>
                <a:spcPct val="99000"/>
              </a:lnSpc>
              <a:spcBef>
                <a:spcPts val="0"/>
              </a:spcBef>
              <a:spcAft>
                <a:spcPts val="0"/>
              </a:spcAft>
              <a:buNone/>
            </a:pPr>
            <a:r>
              <a:rPr lang="en">
                <a:solidFill>
                  <a:schemeClr val="accent1"/>
                </a:solidFill>
              </a:rPr>
              <a:t>(</a:t>
            </a:r>
            <a:r>
              <a:rPr lang="en" u="sng">
                <a:solidFill>
                  <a:schemeClr val="hlink"/>
                </a:solidFill>
                <a:hlinkClick r:id="rId3"/>
              </a:rPr>
              <a:t>https://universe.roboflow.com/yolo-1eope/pantry-wlooe/dataset/1</a:t>
            </a:r>
            <a:r>
              <a:rPr lang="en">
                <a:solidFill>
                  <a:schemeClr val="accent1"/>
                </a:solidFill>
              </a:rPr>
              <a:t>)</a:t>
            </a:r>
            <a:endParaRPr>
              <a:solidFill>
                <a:schemeClr val="accent1"/>
              </a:solidFill>
            </a:endParaRPr>
          </a:p>
          <a:p>
            <a:pPr indent="-336550" lvl="0" marL="914400" rtl="0" algn="l">
              <a:lnSpc>
                <a:spcPct val="99000"/>
              </a:lnSpc>
              <a:spcBef>
                <a:spcPts val="0"/>
              </a:spcBef>
              <a:spcAft>
                <a:spcPts val="0"/>
              </a:spcAft>
              <a:buClr>
                <a:schemeClr val="accent1"/>
              </a:buClr>
              <a:buSzPts val="1700"/>
              <a:buAutoNum type="arabicPeriod"/>
            </a:pPr>
            <a:r>
              <a:rPr lang="en">
                <a:solidFill>
                  <a:schemeClr val="accent1"/>
                </a:solidFill>
              </a:rPr>
              <a:t>Spoiled_data (self-made)</a:t>
            </a:r>
            <a:endParaRPr>
              <a:solidFill>
                <a:schemeClr val="accent1"/>
              </a:solidFill>
            </a:endParaRPr>
          </a:p>
          <a:p>
            <a:pPr indent="-336550" lvl="0" marL="914400" rtl="0" algn="l">
              <a:lnSpc>
                <a:spcPct val="99000"/>
              </a:lnSpc>
              <a:spcBef>
                <a:spcPts val="0"/>
              </a:spcBef>
              <a:spcAft>
                <a:spcPts val="0"/>
              </a:spcAft>
              <a:buClr>
                <a:schemeClr val="accent1"/>
              </a:buClr>
              <a:buSzPts val="1700"/>
              <a:buAutoNum type="arabicPeriod"/>
            </a:pPr>
            <a:r>
              <a:rPr lang="en">
                <a:solidFill>
                  <a:schemeClr val="accent1"/>
                </a:solidFill>
                <a:latin typeface="Arial"/>
                <a:ea typeface="Arial"/>
                <a:cs typeface="Arial"/>
                <a:sym typeface="Arial"/>
              </a:rPr>
              <a:t>Real time stock detection :</a:t>
            </a:r>
            <a:r>
              <a:rPr lang="en">
                <a:solidFill>
                  <a:schemeClr val="accent1"/>
                </a:solidFill>
                <a:uFill>
                  <a:noFill/>
                </a:uFill>
                <a:latin typeface="Arial"/>
                <a:ea typeface="Arial"/>
                <a:cs typeface="Arial"/>
                <a:sym typeface="Arial"/>
                <a:hlinkClick r:id="rId4">
                  <a:extLst>
                    <a:ext uri="{A12FA001-AC4F-418D-AE19-62706E023703}">
                      <ahyp:hlinkClr val="tx"/>
                    </a:ext>
                  </a:extLst>
                </a:hlinkClick>
              </a:rPr>
              <a:t> </a:t>
            </a:r>
            <a:r>
              <a:rPr lang="en" u="sng">
                <a:solidFill>
                  <a:schemeClr val="hlink"/>
                </a:solidFill>
                <a:latin typeface="Arial"/>
                <a:ea typeface="Arial"/>
                <a:cs typeface="Arial"/>
                <a:sym typeface="Arial"/>
                <a:hlinkClick r:id="rId5"/>
              </a:rPr>
              <a:t>https://app.roboflow.com/satyaraj/food-waste-detection-jghxg-kzif0/models/food-waste-detection-jghxg-kzif0/1</a:t>
            </a:r>
            <a:endParaRPr u="sng">
              <a:solidFill>
                <a:schemeClr val="hlink"/>
              </a:solidFill>
              <a:latin typeface="Arial"/>
              <a:ea typeface="Arial"/>
              <a:cs typeface="Arial"/>
              <a:sym typeface="Arial"/>
            </a:endParaRPr>
          </a:p>
          <a:p>
            <a:pPr indent="0" lvl="0" marL="0" rtl="0" algn="l">
              <a:lnSpc>
                <a:spcPct val="115000"/>
              </a:lnSpc>
              <a:spcBef>
                <a:spcPts val="1200"/>
              </a:spcBef>
              <a:spcAft>
                <a:spcPts val="0"/>
              </a:spcAft>
              <a:buNone/>
            </a:pPr>
            <a:r>
              <a:t/>
            </a:r>
            <a:endParaRPr>
              <a:solidFill>
                <a:schemeClr val="accent1"/>
              </a:solidFill>
            </a:endParaRPr>
          </a:p>
          <a:p>
            <a:pPr indent="0" lvl="0" marL="0" rtl="0" algn="l">
              <a:lnSpc>
                <a:spcPct val="100000"/>
              </a:lnSpc>
              <a:spcBef>
                <a:spcPts val="1200"/>
              </a:spcBef>
              <a:spcAft>
                <a:spcPts val="0"/>
              </a:spcAft>
              <a:buSzPts val="1700"/>
              <a:buNone/>
            </a:pPr>
            <a:r>
              <a:t/>
            </a:r>
            <a:endParaRPr i="1">
              <a:solidFill>
                <a:srgbClr val="999999"/>
              </a:solidFill>
            </a:endParaRPr>
          </a:p>
          <a:p>
            <a:pPr indent="0" lvl="0" marL="0" rtl="0" algn="l">
              <a:lnSpc>
                <a:spcPct val="100000"/>
              </a:lnSpc>
              <a:spcBef>
                <a:spcPts val="1200"/>
              </a:spcBef>
              <a:spcAft>
                <a:spcPts val="1200"/>
              </a:spcAft>
              <a:buSzPts val="1700"/>
              <a:buNone/>
            </a:pPr>
            <a:r>
              <a:t/>
            </a:r>
            <a:endParaRPr i="1">
              <a:solidFill>
                <a:srgbClr val="999999"/>
              </a:solidFill>
            </a:endParaRPr>
          </a:p>
        </p:txBody>
      </p:sp>
      <p:sp>
        <p:nvSpPr>
          <p:cNvPr id="387" name="Google Shape;387;p55"/>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388" name="Google Shape;388;p55"/>
          <p:cNvSpPr txBox="1"/>
          <p:nvPr>
            <p:ph type="title"/>
          </p:nvPr>
        </p:nvSpPr>
        <p:spPr>
          <a:xfrm>
            <a:off x="793550" y="368875"/>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i="1" lang="en"/>
              <a:t>List the tech used to address problem statement 1</a:t>
            </a:r>
            <a:endParaRPr i="1"/>
          </a:p>
        </p:txBody>
      </p:sp>
      <p:sp>
        <p:nvSpPr>
          <p:cNvPr id="389" name="Google Shape;389;p55"/>
          <p:cNvSpPr/>
          <p:nvPr/>
        </p:nvSpPr>
        <p:spPr>
          <a:xfrm flipH="1" rot="5098785">
            <a:off x="25126" y="-116738"/>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390" name="Google Shape;390;p55"/>
          <p:cNvSpPr txBox="1"/>
          <p:nvPr>
            <p:ph idx="1" type="body"/>
          </p:nvPr>
        </p:nvSpPr>
        <p:spPr>
          <a:xfrm>
            <a:off x="2787975" y="4804800"/>
            <a:ext cx="4380900" cy="338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700"/>
              <a:buNone/>
            </a:pPr>
            <a:r>
              <a:t/>
            </a:r>
            <a:endParaRPr b="1" i="1" sz="1000">
              <a:solidFill>
                <a:srgbClr val="99999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6"/>
          <p:cNvSpPr txBox="1"/>
          <p:nvPr>
            <p:ph idx="1" type="body"/>
          </p:nvPr>
        </p:nvSpPr>
        <p:spPr>
          <a:xfrm>
            <a:off x="928550" y="1600400"/>
            <a:ext cx="4002000" cy="39174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0"/>
              </a:spcAft>
              <a:buClr>
                <a:schemeClr val="accent1"/>
              </a:buClr>
              <a:buSzPts val="1700"/>
              <a:buChar char="●"/>
            </a:pPr>
            <a:r>
              <a:rPr lang="en">
                <a:solidFill>
                  <a:schemeClr val="accent1"/>
                </a:solidFill>
              </a:rPr>
              <a:t>Accuracy:</a:t>
            </a:r>
            <a:endParaRPr>
              <a:solidFill>
                <a:schemeClr val="accent1"/>
              </a:solidFill>
            </a:endParaRPr>
          </a:p>
          <a:p>
            <a:pPr indent="-336550" lvl="1" marL="914400" rtl="0" algn="l">
              <a:lnSpc>
                <a:spcPct val="115000"/>
              </a:lnSpc>
              <a:spcBef>
                <a:spcPts val="0"/>
              </a:spcBef>
              <a:spcAft>
                <a:spcPts val="0"/>
              </a:spcAft>
              <a:buClr>
                <a:schemeClr val="accent1"/>
              </a:buClr>
              <a:buSzPts val="1700"/>
              <a:buChar char="○"/>
            </a:pPr>
            <a:r>
              <a:rPr lang="en">
                <a:solidFill>
                  <a:schemeClr val="accent1"/>
                </a:solidFill>
              </a:rPr>
              <a:t>Precision (0.834): Of all the predicted boxes, 83.4% were correct.</a:t>
            </a:r>
            <a:br>
              <a:rPr lang="en">
                <a:solidFill>
                  <a:schemeClr val="accent1"/>
                </a:solidFill>
              </a:rPr>
            </a:br>
            <a:endParaRPr>
              <a:solidFill>
                <a:schemeClr val="accent1"/>
              </a:solidFill>
            </a:endParaRPr>
          </a:p>
          <a:p>
            <a:pPr indent="-336550" lvl="1" marL="914400" rtl="0" algn="l">
              <a:lnSpc>
                <a:spcPct val="115000"/>
              </a:lnSpc>
              <a:spcBef>
                <a:spcPts val="0"/>
              </a:spcBef>
              <a:spcAft>
                <a:spcPts val="0"/>
              </a:spcAft>
              <a:buClr>
                <a:schemeClr val="accent1"/>
              </a:buClr>
              <a:buSzPts val="1700"/>
              <a:buChar char="○"/>
            </a:pPr>
            <a:r>
              <a:rPr lang="en">
                <a:solidFill>
                  <a:schemeClr val="accent1"/>
                </a:solidFill>
              </a:rPr>
              <a:t>Recall (0.665): Of all the ground truth objects, 66.5% were detected.</a:t>
            </a:r>
            <a:endParaRPr>
              <a:solidFill>
                <a:schemeClr val="accent1"/>
              </a:solidFill>
            </a:endParaRPr>
          </a:p>
          <a:p>
            <a:pPr indent="0" lvl="0" marL="0" rtl="0" algn="l">
              <a:lnSpc>
                <a:spcPct val="115000"/>
              </a:lnSpc>
              <a:spcBef>
                <a:spcPts val="1200"/>
              </a:spcBef>
              <a:spcAft>
                <a:spcPts val="0"/>
              </a:spcAft>
              <a:buNone/>
            </a:pPr>
            <a:r>
              <a:t/>
            </a:r>
            <a:endParaRPr>
              <a:solidFill>
                <a:schemeClr val="accent1"/>
              </a:solidFill>
            </a:endParaRPr>
          </a:p>
          <a:p>
            <a:pPr indent="0" lvl="0" marL="0" rtl="0" algn="l">
              <a:lnSpc>
                <a:spcPct val="115000"/>
              </a:lnSpc>
              <a:spcBef>
                <a:spcPts val="1200"/>
              </a:spcBef>
              <a:spcAft>
                <a:spcPts val="0"/>
              </a:spcAft>
              <a:buSzPts val="1700"/>
              <a:buNone/>
            </a:pPr>
            <a:r>
              <a:t/>
            </a:r>
            <a:endParaRPr i="1">
              <a:solidFill>
                <a:srgbClr val="999999"/>
              </a:solidFill>
            </a:endParaRPr>
          </a:p>
          <a:p>
            <a:pPr indent="0" lvl="0" marL="0" rtl="0" algn="l">
              <a:lnSpc>
                <a:spcPct val="115000"/>
              </a:lnSpc>
              <a:spcBef>
                <a:spcPts val="1200"/>
              </a:spcBef>
              <a:spcAft>
                <a:spcPts val="1200"/>
              </a:spcAft>
              <a:buSzPts val="1700"/>
              <a:buNone/>
            </a:pPr>
            <a:r>
              <a:t/>
            </a:r>
            <a:endParaRPr i="1">
              <a:solidFill>
                <a:srgbClr val="999999"/>
              </a:solidFill>
            </a:endParaRPr>
          </a:p>
        </p:txBody>
      </p:sp>
      <p:sp>
        <p:nvSpPr>
          <p:cNvPr id="396" name="Google Shape;396;p56"/>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397" name="Google Shape;397;p56"/>
          <p:cNvSpPr txBox="1"/>
          <p:nvPr>
            <p:ph type="title"/>
          </p:nvPr>
        </p:nvSpPr>
        <p:spPr>
          <a:xfrm>
            <a:off x="1006800" y="639788"/>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i="1" lang="en"/>
              <a:t>List the tech used to address problem statement 1</a:t>
            </a:r>
            <a:endParaRPr i="1"/>
          </a:p>
        </p:txBody>
      </p:sp>
      <p:sp>
        <p:nvSpPr>
          <p:cNvPr id="398" name="Google Shape;398;p56"/>
          <p:cNvSpPr/>
          <p:nvPr/>
        </p:nvSpPr>
        <p:spPr>
          <a:xfrm flipH="1" rot="5098785">
            <a:off x="25123" y="-116777"/>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399" name="Google Shape;399;p56"/>
          <p:cNvSpPr txBox="1"/>
          <p:nvPr/>
        </p:nvSpPr>
        <p:spPr>
          <a:xfrm>
            <a:off x="6573700" y="2873525"/>
            <a:ext cx="2598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solidFill>
                <a:schemeClr val="dk1"/>
              </a:solidFill>
              <a:latin typeface="Inter Tight"/>
              <a:ea typeface="Inter Tight"/>
              <a:cs typeface="Inter Tight"/>
              <a:sym typeface="Inter Tight"/>
            </a:endParaRPr>
          </a:p>
        </p:txBody>
      </p:sp>
      <p:pic>
        <p:nvPicPr>
          <p:cNvPr id="400" name="Google Shape;400;p56"/>
          <p:cNvPicPr preferRelativeResize="0"/>
          <p:nvPr/>
        </p:nvPicPr>
        <p:blipFill>
          <a:blip r:embed="rId3">
            <a:alphaModFix/>
          </a:blip>
          <a:stretch>
            <a:fillRect/>
          </a:stretch>
        </p:blipFill>
        <p:spPr>
          <a:xfrm>
            <a:off x="5113750" y="1483262"/>
            <a:ext cx="3685601" cy="3226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7"/>
          <p:cNvSpPr txBox="1"/>
          <p:nvPr>
            <p:ph idx="1" type="body"/>
          </p:nvPr>
        </p:nvSpPr>
        <p:spPr>
          <a:xfrm>
            <a:off x="928550" y="1600400"/>
            <a:ext cx="7389600" cy="27135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0"/>
              </a:spcAft>
              <a:buClr>
                <a:schemeClr val="accent1"/>
              </a:buClr>
              <a:buSzPts val="1700"/>
              <a:buChar char="●"/>
            </a:pPr>
            <a:r>
              <a:rPr lang="en">
                <a:solidFill>
                  <a:schemeClr val="accent1"/>
                </a:solidFill>
              </a:rPr>
              <a:t>Research References </a:t>
            </a:r>
            <a:r>
              <a:rPr lang="en">
                <a:solidFill>
                  <a:schemeClr val="accent1"/>
                </a:solidFill>
              </a:rPr>
              <a:t>:</a:t>
            </a:r>
            <a:endParaRPr>
              <a:solidFill>
                <a:schemeClr val="accent1"/>
              </a:solidFill>
            </a:endParaRPr>
          </a:p>
          <a:p>
            <a:pPr indent="-336550" lvl="1" marL="914400" rtl="0" algn="l">
              <a:lnSpc>
                <a:spcPct val="115000"/>
              </a:lnSpc>
              <a:spcBef>
                <a:spcPts val="0"/>
              </a:spcBef>
              <a:spcAft>
                <a:spcPts val="0"/>
              </a:spcAft>
              <a:buClr>
                <a:schemeClr val="accent1"/>
              </a:buClr>
              <a:buSzPts val="1700"/>
              <a:buChar char="○"/>
            </a:pPr>
            <a:r>
              <a:rPr lang="en">
                <a:solidFill>
                  <a:schemeClr val="accent1"/>
                </a:solidFill>
              </a:rPr>
              <a:t>Roboflow</a:t>
            </a:r>
            <a:br>
              <a:rPr lang="en">
                <a:solidFill>
                  <a:schemeClr val="accent1"/>
                </a:solidFill>
              </a:rPr>
            </a:br>
            <a:endParaRPr>
              <a:solidFill>
                <a:schemeClr val="accent1"/>
              </a:solidFill>
            </a:endParaRPr>
          </a:p>
          <a:p>
            <a:pPr indent="-336550" lvl="1" marL="914400" rtl="0" algn="l">
              <a:lnSpc>
                <a:spcPct val="115000"/>
              </a:lnSpc>
              <a:spcBef>
                <a:spcPts val="0"/>
              </a:spcBef>
              <a:spcAft>
                <a:spcPts val="0"/>
              </a:spcAft>
              <a:buClr>
                <a:schemeClr val="accent1"/>
              </a:buClr>
              <a:buSzPts val="1700"/>
              <a:buChar char="○"/>
            </a:pPr>
            <a:r>
              <a:rPr lang="en">
                <a:solidFill>
                  <a:schemeClr val="accent1"/>
                </a:solidFill>
              </a:rPr>
              <a:t>Open AI</a:t>
            </a:r>
            <a:endParaRPr>
              <a:solidFill>
                <a:schemeClr val="accent1"/>
              </a:solidFill>
            </a:endParaRPr>
          </a:p>
          <a:p>
            <a:pPr indent="0" lvl="0" marL="0" rtl="0" algn="l">
              <a:lnSpc>
                <a:spcPct val="115000"/>
              </a:lnSpc>
              <a:spcBef>
                <a:spcPts val="1200"/>
              </a:spcBef>
              <a:spcAft>
                <a:spcPts val="0"/>
              </a:spcAft>
              <a:buNone/>
            </a:pPr>
            <a:r>
              <a:t/>
            </a:r>
            <a:endParaRPr>
              <a:solidFill>
                <a:schemeClr val="accent1"/>
              </a:solidFill>
            </a:endParaRPr>
          </a:p>
          <a:p>
            <a:pPr indent="0" lvl="0" marL="0" rtl="0" algn="l">
              <a:lnSpc>
                <a:spcPct val="115000"/>
              </a:lnSpc>
              <a:spcBef>
                <a:spcPts val="1200"/>
              </a:spcBef>
              <a:spcAft>
                <a:spcPts val="0"/>
              </a:spcAft>
              <a:buSzPts val="1700"/>
              <a:buNone/>
            </a:pPr>
            <a:r>
              <a:t/>
            </a:r>
            <a:endParaRPr i="1">
              <a:solidFill>
                <a:srgbClr val="999999"/>
              </a:solidFill>
            </a:endParaRPr>
          </a:p>
          <a:p>
            <a:pPr indent="0" lvl="0" marL="0" rtl="0" algn="l">
              <a:lnSpc>
                <a:spcPct val="115000"/>
              </a:lnSpc>
              <a:spcBef>
                <a:spcPts val="1200"/>
              </a:spcBef>
              <a:spcAft>
                <a:spcPts val="1200"/>
              </a:spcAft>
              <a:buSzPts val="1700"/>
              <a:buNone/>
            </a:pPr>
            <a:r>
              <a:t/>
            </a:r>
            <a:endParaRPr i="1">
              <a:solidFill>
                <a:srgbClr val="999999"/>
              </a:solidFill>
            </a:endParaRPr>
          </a:p>
        </p:txBody>
      </p:sp>
      <p:sp>
        <p:nvSpPr>
          <p:cNvPr id="406" name="Google Shape;406;p57"/>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407" name="Google Shape;407;p57"/>
          <p:cNvSpPr txBox="1"/>
          <p:nvPr>
            <p:ph type="title"/>
          </p:nvPr>
        </p:nvSpPr>
        <p:spPr>
          <a:xfrm>
            <a:off x="1006800" y="639788"/>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i="1" lang="en"/>
              <a:t>List the tech used to address problem statement 1</a:t>
            </a:r>
            <a:endParaRPr i="1"/>
          </a:p>
        </p:txBody>
      </p:sp>
      <p:sp>
        <p:nvSpPr>
          <p:cNvPr id="408" name="Google Shape;408;p57"/>
          <p:cNvSpPr/>
          <p:nvPr/>
        </p:nvSpPr>
        <p:spPr>
          <a:xfrm flipH="1" rot="5098785">
            <a:off x="25123" y="-116777"/>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409" name="Google Shape;409;p57"/>
          <p:cNvSpPr txBox="1"/>
          <p:nvPr/>
        </p:nvSpPr>
        <p:spPr>
          <a:xfrm>
            <a:off x="6573700" y="2873525"/>
            <a:ext cx="2598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solidFill>
                <a:schemeClr val="dk1"/>
              </a:solidFill>
              <a:latin typeface="Inter Tight"/>
              <a:ea typeface="Inter Tight"/>
              <a:cs typeface="Inter Tight"/>
              <a:sym typeface="Inter T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8"/>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415" name="Google Shape;415;p58"/>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800"/>
              <a:buNone/>
            </a:pPr>
            <a:r>
              <a:rPr i="1" lang="en"/>
              <a:t>Attach screenshots for Problem statement 1</a:t>
            </a:r>
            <a:endParaRPr i="1"/>
          </a:p>
        </p:txBody>
      </p:sp>
      <p:sp>
        <p:nvSpPr>
          <p:cNvPr id="416" name="Google Shape;416;p58"/>
          <p:cNvSpPr/>
          <p:nvPr/>
        </p:nvSpPr>
        <p:spPr>
          <a:xfrm flipH="1" rot="5098785">
            <a:off x="25126" y="-116738"/>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417" name="Google Shape;417;p58"/>
          <p:cNvSpPr txBox="1"/>
          <p:nvPr>
            <p:ph idx="1" type="body"/>
          </p:nvPr>
        </p:nvSpPr>
        <p:spPr>
          <a:xfrm>
            <a:off x="1006800" y="1641025"/>
            <a:ext cx="7756800" cy="446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700"/>
              <a:buNone/>
            </a:pPr>
            <a:r>
              <a:t/>
            </a:r>
            <a:endParaRPr i="1">
              <a:solidFill>
                <a:srgbClr val="999999"/>
              </a:solidFill>
            </a:endParaRPr>
          </a:p>
        </p:txBody>
      </p:sp>
      <p:sp>
        <p:nvSpPr>
          <p:cNvPr id="418" name="Google Shape;418;p58"/>
          <p:cNvSpPr txBox="1"/>
          <p:nvPr>
            <p:ph idx="1" type="body"/>
          </p:nvPr>
        </p:nvSpPr>
        <p:spPr>
          <a:xfrm>
            <a:off x="2787975" y="4804800"/>
            <a:ext cx="4380900" cy="338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700"/>
              <a:buNone/>
            </a:pPr>
            <a:r>
              <a:rPr b="1" i="1" lang="en" sz="1000">
                <a:solidFill>
                  <a:srgbClr val="999999"/>
                </a:solidFill>
              </a:rPr>
              <a:t>***You can add few more slides for adding references, if required***</a:t>
            </a:r>
            <a:endParaRPr b="1" i="1" sz="1000">
              <a:solidFill>
                <a:srgbClr val="999999"/>
              </a:solidFill>
            </a:endParaRPr>
          </a:p>
        </p:txBody>
      </p:sp>
      <p:pic>
        <p:nvPicPr>
          <p:cNvPr id="419" name="Google Shape;419;p58"/>
          <p:cNvPicPr preferRelativeResize="0"/>
          <p:nvPr/>
        </p:nvPicPr>
        <p:blipFill>
          <a:blip r:embed="rId3">
            <a:alphaModFix/>
          </a:blip>
          <a:stretch>
            <a:fillRect/>
          </a:stretch>
        </p:blipFill>
        <p:spPr>
          <a:xfrm>
            <a:off x="836725" y="1559750"/>
            <a:ext cx="3821300" cy="3245051"/>
          </a:xfrm>
          <a:prstGeom prst="rect">
            <a:avLst/>
          </a:prstGeom>
          <a:noFill/>
          <a:ln>
            <a:noFill/>
          </a:ln>
        </p:spPr>
      </p:pic>
      <p:pic>
        <p:nvPicPr>
          <p:cNvPr id="420" name="Google Shape;420;p58"/>
          <p:cNvPicPr preferRelativeResize="0"/>
          <p:nvPr/>
        </p:nvPicPr>
        <p:blipFill>
          <a:blip r:embed="rId4">
            <a:alphaModFix/>
          </a:blip>
          <a:stretch>
            <a:fillRect/>
          </a:stretch>
        </p:blipFill>
        <p:spPr>
          <a:xfrm>
            <a:off x="4658025" y="1559750"/>
            <a:ext cx="3660000" cy="3095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9"/>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426" name="Google Shape;426;p59"/>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lang="en"/>
              <a:t>2. AI-Powered Demand &amp; Waste Prediction</a:t>
            </a:r>
            <a:endParaRPr/>
          </a:p>
        </p:txBody>
      </p:sp>
      <p:sp>
        <p:nvSpPr>
          <p:cNvPr id="427" name="Google Shape;427;p59"/>
          <p:cNvSpPr/>
          <p:nvPr/>
        </p:nvSpPr>
        <p:spPr>
          <a:xfrm flipH="1" rot="5098785">
            <a:off x="25126" y="-116738"/>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428" name="Google Shape;428;p59"/>
          <p:cNvSpPr txBox="1"/>
          <p:nvPr/>
        </p:nvSpPr>
        <p:spPr>
          <a:xfrm>
            <a:off x="1285875" y="1863200"/>
            <a:ext cx="6731100" cy="13491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Char char="●"/>
            </a:pPr>
            <a:r>
              <a:rPr lang="en" sz="1700"/>
              <a:t>F</a:t>
            </a:r>
            <a:r>
              <a:rPr lang="en" sz="1700"/>
              <a:t>orecast product needs accurately, reducing overstock and understock situations.</a:t>
            </a:r>
            <a:endParaRPr sz="1700"/>
          </a:p>
          <a:p>
            <a:pPr indent="-336550" lvl="0" marL="457200" rtl="0" algn="l">
              <a:lnSpc>
                <a:spcPct val="115000"/>
              </a:lnSpc>
              <a:spcBef>
                <a:spcPts val="0"/>
              </a:spcBef>
              <a:spcAft>
                <a:spcPts val="0"/>
              </a:spcAft>
              <a:buSzPts val="1700"/>
              <a:buChar char="●"/>
            </a:pPr>
            <a:r>
              <a:rPr lang="en" sz="1700"/>
              <a:t>M</a:t>
            </a:r>
            <a:r>
              <a:rPr lang="en" sz="1700"/>
              <a:t>inimize food waste by aligning supply with real-time demand trends and shelf-life insights</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0"/>
          <p:cNvSpPr txBox="1"/>
          <p:nvPr>
            <p:ph idx="1" type="body"/>
          </p:nvPr>
        </p:nvSpPr>
        <p:spPr>
          <a:xfrm>
            <a:off x="1006800" y="1641025"/>
            <a:ext cx="7756800" cy="2104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accent1"/>
              </a:buClr>
              <a:buSzPts val="1100"/>
              <a:buFont typeface="Arial"/>
              <a:buChar char="●"/>
            </a:pPr>
            <a:r>
              <a:rPr lang="en">
                <a:solidFill>
                  <a:schemeClr val="accent1"/>
                </a:solidFill>
              </a:rPr>
              <a:t>Front-End: HTML ,CSS and Javascript</a:t>
            </a:r>
            <a:endParaRPr>
              <a:solidFill>
                <a:schemeClr val="accent1"/>
              </a:solidFill>
            </a:endParaRPr>
          </a:p>
          <a:p>
            <a:pPr indent="-298450" lvl="0" marL="457200" rtl="0" algn="l">
              <a:lnSpc>
                <a:spcPct val="115000"/>
              </a:lnSpc>
              <a:spcBef>
                <a:spcPts val="0"/>
              </a:spcBef>
              <a:spcAft>
                <a:spcPts val="0"/>
              </a:spcAft>
              <a:buClr>
                <a:schemeClr val="accent1"/>
              </a:buClr>
              <a:buSzPts val="1100"/>
              <a:buFont typeface="Arial"/>
              <a:buChar char="●"/>
            </a:pPr>
            <a:r>
              <a:rPr lang="en">
                <a:solidFill>
                  <a:schemeClr val="accent1"/>
                </a:solidFill>
              </a:rPr>
              <a:t>Back-End: Flask</a:t>
            </a:r>
            <a:endParaRPr>
              <a:solidFill>
                <a:schemeClr val="accent1"/>
              </a:solidFill>
            </a:endParaRPr>
          </a:p>
          <a:p>
            <a:pPr indent="-298450" lvl="0" marL="457200" rtl="0" algn="l">
              <a:lnSpc>
                <a:spcPct val="115000"/>
              </a:lnSpc>
              <a:spcBef>
                <a:spcPts val="0"/>
              </a:spcBef>
              <a:spcAft>
                <a:spcPts val="0"/>
              </a:spcAft>
              <a:buClr>
                <a:schemeClr val="accent1"/>
              </a:buClr>
              <a:buSzPts val="1100"/>
              <a:buFont typeface="Arial"/>
              <a:buChar char="●"/>
            </a:pPr>
            <a:r>
              <a:rPr lang="en">
                <a:solidFill>
                  <a:schemeClr val="accent1"/>
                </a:solidFill>
              </a:rPr>
              <a:t>AI/ML Model(APIs used): Q-learning, Random Forest Regression, LSTM</a:t>
            </a:r>
            <a:endParaRPr>
              <a:solidFill>
                <a:schemeClr val="accent1"/>
              </a:solidFill>
            </a:endParaRPr>
          </a:p>
          <a:p>
            <a:pPr indent="-298450" lvl="0" marL="457200" rtl="0" algn="l">
              <a:lnSpc>
                <a:spcPct val="115000"/>
              </a:lnSpc>
              <a:spcBef>
                <a:spcPts val="0"/>
              </a:spcBef>
              <a:spcAft>
                <a:spcPts val="0"/>
              </a:spcAft>
              <a:buClr>
                <a:schemeClr val="accent1"/>
              </a:buClr>
              <a:buSzPts val="1100"/>
              <a:buFont typeface="Arial"/>
              <a:buChar char="●"/>
            </a:pPr>
            <a:r>
              <a:rPr lang="en">
                <a:solidFill>
                  <a:schemeClr val="accent1"/>
                </a:solidFill>
              </a:rPr>
              <a:t>Database: -</a:t>
            </a:r>
            <a:endParaRPr>
              <a:solidFill>
                <a:schemeClr val="accent1"/>
              </a:solidFill>
            </a:endParaRPr>
          </a:p>
          <a:p>
            <a:pPr indent="-298450" lvl="0" marL="457200" rtl="0" algn="l">
              <a:lnSpc>
                <a:spcPct val="115000"/>
              </a:lnSpc>
              <a:spcBef>
                <a:spcPts val="0"/>
              </a:spcBef>
              <a:spcAft>
                <a:spcPts val="0"/>
              </a:spcAft>
              <a:buClr>
                <a:schemeClr val="accent1"/>
              </a:buClr>
              <a:buSzPts val="1100"/>
              <a:buFont typeface="Arial"/>
              <a:buChar char="●"/>
            </a:pPr>
            <a:r>
              <a:rPr lang="en">
                <a:solidFill>
                  <a:schemeClr val="accent1"/>
                </a:solidFill>
              </a:rPr>
              <a:t>Datasets: dynamic_inventory_dataset , waste_dataset, Grocery_Inventory</a:t>
            </a:r>
            <a:endParaRPr>
              <a:solidFill>
                <a:schemeClr val="accent1"/>
              </a:solidFill>
            </a:endParaRPr>
          </a:p>
          <a:p>
            <a:pPr indent="0" lvl="0" marL="0" rtl="0" algn="l">
              <a:lnSpc>
                <a:spcPct val="100000"/>
              </a:lnSpc>
              <a:spcBef>
                <a:spcPts val="1200"/>
              </a:spcBef>
              <a:spcAft>
                <a:spcPts val="1200"/>
              </a:spcAft>
              <a:buSzPts val="1700"/>
              <a:buNone/>
            </a:pPr>
            <a:r>
              <a:t/>
            </a:r>
            <a:endParaRPr i="1">
              <a:solidFill>
                <a:srgbClr val="999999"/>
              </a:solidFill>
            </a:endParaRPr>
          </a:p>
        </p:txBody>
      </p:sp>
      <p:sp>
        <p:nvSpPr>
          <p:cNvPr id="434" name="Google Shape;434;p60"/>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435" name="Google Shape;435;p60"/>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i="1" lang="en"/>
              <a:t>List the tech you have used to address problem statement 2</a:t>
            </a:r>
            <a:endParaRPr i="1"/>
          </a:p>
        </p:txBody>
      </p:sp>
      <p:sp>
        <p:nvSpPr>
          <p:cNvPr id="436" name="Google Shape;436;p60"/>
          <p:cNvSpPr/>
          <p:nvPr/>
        </p:nvSpPr>
        <p:spPr>
          <a:xfrm flipH="1" rot="5098785">
            <a:off x="25126" y="-116738"/>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437" name="Google Shape;437;p60"/>
          <p:cNvSpPr txBox="1"/>
          <p:nvPr>
            <p:ph idx="1" type="body"/>
          </p:nvPr>
        </p:nvSpPr>
        <p:spPr>
          <a:xfrm>
            <a:off x="2787975" y="4804800"/>
            <a:ext cx="4380900" cy="338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700"/>
              <a:buNone/>
            </a:pPr>
            <a:r>
              <a:rPr b="1" i="1" lang="en" sz="1000">
                <a:solidFill>
                  <a:srgbClr val="999999"/>
                </a:solidFill>
              </a:rPr>
              <a:t>***You can add few more slides for adding references, if required***</a:t>
            </a:r>
            <a:endParaRPr b="1" i="1" sz="1000">
              <a:solidFill>
                <a:srgbClr val="99999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1"/>
          <p:cNvSpPr txBox="1"/>
          <p:nvPr>
            <p:ph idx="1" type="body"/>
          </p:nvPr>
        </p:nvSpPr>
        <p:spPr>
          <a:xfrm>
            <a:off x="746075" y="1656675"/>
            <a:ext cx="3492000" cy="24057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accent1"/>
              </a:buClr>
              <a:buSzPts val="1100"/>
              <a:buFont typeface="Arial"/>
              <a:buChar char="●"/>
            </a:pPr>
            <a:r>
              <a:rPr lang="en">
                <a:solidFill>
                  <a:schemeClr val="accent1"/>
                </a:solidFill>
              </a:rPr>
              <a:t>Waste_prediction</a:t>
            </a:r>
            <a:endParaRPr>
              <a:solidFill>
                <a:schemeClr val="accent1"/>
              </a:solidFill>
            </a:endParaRPr>
          </a:p>
          <a:p>
            <a:pPr indent="-298450" lvl="1" marL="914400" rtl="0" algn="l">
              <a:lnSpc>
                <a:spcPct val="115000"/>
              </a:lnSpc>
              <a:spcBef>
                <a:spcPts val="0"/>
              </a:spcBef>
              <a:spcAft>
                <a:spcPts val="0"/>
              </a:spcAft>
              <a:buClr>
                <a:schemeClr val="accent1"/>
              </a:buClr>
              <a:buSzPts val="1100"/>
              <a:buFont typeface="Arial"/>
              <a:buChar char="○"/>
            </a:pPr>
            <a:r>
              <a:rPr lang="en">
                <a:solidFill>
                  <a:schemeClr val="accent1"/>
                </a:solidFill>
              </a:rPr>
              <a:t>MAE: 5.73266151492604</a:t>
            </a:r>
            <a:endParaRPr>
              <a:solidFill>
                <a:schemeClr val="accent1"/>
              </a:solidFill>
            </a:endParaRPr>
          </a:p>
          <a:p>
            <a:pPr indent="-298450" lvl="1" marL="914400" rtl="0" algn="l">
              <a:lnSpc>
                <a:spcPct val="115000"/>
              </a:lnSpc>
              <a:spcBef>
                <a:spcPts val="0"/>
              </a:spcBef>
              <a:spcAft>
                <a:spcPts val="0"/>
              </a:spcAft>
              <a:buClr>
                <a:schemeClr val="accent1"/>
              </a:buClr>
              <a:buSzPts val="1100"/>
              <a:buFont typeface="Arial"/>
              <a:buChar char="○"/>
            </a:pPr>
            <a:r>
              <a:rPr lang="en">
                <a:solidFill>
                  <a:schemeClr val="accent1"/>
                </a:solidFill>
              </a:rPr>
              <a:t>RMSE: 8.647355475411857</a:t>
            </a:r>
            <a:endParaRPr>
              <a:solidFill>
                <a:schemeClr val="accent1"/>
              </a:solidFill>
            </a:endParaRPr>
          </a:p>
          <a:p>
            <a:pPr indent="-298450" lvl="1" marL="914400" rtl="0" algn="l">
              <a:lnSpc>
                <a:spcPct val="115000"/>
              </a:lnSpc>
              <a:spcBef>
                <a:spcPts val="0"/>
              </a:spcBef>
              <a:spcAft>
                <a:spcPts val="0"/>
              </a:spcAft>
              <a:buClr>
                <a:schemeClr val="accent1"/>
              </a:buClr>
              <a:buSzPts val="1100"/>
              <a:buFont typeface="Arial"/>
              <a:buChar char="○"/>
            </a:pPr>
            <a:r>
              <a:rPr lang="en">
                <a:solidFill>
                  <a:schemeClr val="accent1"/>
                </a:solidFill>
              </a:rPr>
              <a:t>R² Score: 0.9941739133917524</a:t>
            </a:r>
            <a:endParaRPr>
              <a:solidFill>
                <a:schemeClr val="accent1"/>
              </a:solidFill>
            </a:endParaRPr>
          </a:p>
          <a:p>
            <a:pPr indent="0" lvl="0" marL="0" rtl="0" algn="l">
              <a:lnSpc>
                <a:spcPct val="100000"/>
              </a:lnSpc>
              <a:spcBef>
                <a:spcPts val="1200"/>
              </a:spcBef>
              <a:spcAft>
                <a:spcPts val="1200"/>
              </a:spcAft>
              <a:buSzPts val="1700"/>
              <a:buNone/>
            </a:pPr>
            <a:r>
              <a:t/>
            </a:r>
            <a:endParaRPr i="1">
              <a:solidFill>
                <a:srgbClr val="999999"/>
              </a:solidFill>
            </a:endParaRPr>
          </a:p>
        </p:txBody>
      </p:sp>
      <p:sp>
        <p:nvSpPr>
          <p:cNvPr id="443" name="Google Shape;443;p61"/>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444" name="Google Shape;444;p61"/>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i="1" lang="en"/>
              <a:t>List the tech you have used to address problem statement 2</a:t>
            </a:r>
            <a:endParaRPr i="1"/>
          </a:p>
        </p:txBody>
      </p:sp>
      <p:sp>
        <p:nvSpPr>
          <p:cNvPr id="445" name="Google Shape;445;p61"/>
          <p:cNvSpPr/>
          <p:nvPr/>
        </p:nvSpPr>
        <p:spPr>
          <a:xfrm flipH="1" rot="5098785">
            <a:off x="25123" y="-116777"/>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446" name="Google Shape;446;p61"/>
          <p:cNvSpPr txBox="1"/>
          <p:nvPr>
            <p:ph idx="1" type="body"/>
          </p:nvPr>
        </p:nvSpPr>
        <p:spPr>
          <a:xfrm>
            <a:off x="2787975" y="4804800"/>
            <a:ext cx="4380900" cy="338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700"/>
              <a:buNone/>
            </a:pPr>
            <a:r>
              <a:rPr b="1" i="1" lang="en" sz="1000">
                <a:solidFill>
                  <a:srgbClr val="999999"/>
                </a:solidFill>
              </a:rPr>
              <a:t>***You can add few more slides for adding references, if required***</a:t>
            </a:r>
            <a:endParaRPr b="1" i="1" sz="1000">
              <a:solidFill>
                <a:srgbClr val="999999"/>
              </a:solidFill>
            </a:endParaRPr>
          </a:p>
        </p:txBody>
      </p:sp>
      <p:pic>
        <p:nvPicPr>
          <p:cNvPr id="447" name="Google Shape;447;p61"/>
          <p:cNvPicPr preferRelativeResize="0"/>
          <p:nvPr/>
        </p:nvPicPr>
        <p:blipFill>
          <a:blip r:embed="rId3">
            <a:alphaModFix/>
          </a:blip>
          <a:stretch>
            <a:fillRect/>
          </a:stretch>
        </p:blipFill>
        <p:spPr>
          <a:xfrm>
            <a:off x="4238075" y="1244412"/>
            <a:ext cx="4451675" cy="3230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2"/>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453" name="Google Shape;453;p62"/>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lang="en"/>
              <a:t>3. Intelligent Menu Optimization</a:t>
            </a:r>
            <a:endParaRPr/>
          </a:p>
        </p:txBody>
      </p:sp>
      <p:sp>
        <p:nvSpPr>
          <p:cNvPr id="454" name="Google Shape;454;p62"/>
          <p:cNvSpPr/>
          <p:nvPr/>
        </p:nvSpPr>
        <p:spPr>
          <a:xfrm flipH="1" rot="5098785">
            <a:off x="25126" y="-116738"/>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455" name="Google Shape;455;p62"/>
          <p:cNvSpPr txBox="1"/>
          <p:nvPr>
            <p:ph idx="1" type="body"/>
          </p:nvPr>
        </p:nvSpPr>
        <p:spPr>
          <a:xfrm>
            <a:off x="2787975" y="4804800"/>
            <a:ext cx="4380900" cy="338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700"/>
              <a:buNone/>
            </a:pPr>
            <a:r>
              <a:rPr b="1" i="1" lang="en" sz="1000">
                <a:solidFill>
                  <a:srgbClr val="999999"/>
                </a:solidFill>
              </a:rPr>
              <a:t>***You can add few more slides for adding references, if required***</a:t>
            </a:r>
            <a:endParaRPr b="1" i="1" sz="1000">
              <a:solidFill>
                <a:srgbClr val="999999"/>
              </a:solidFill>
            </a:endParaRPr>
          </a:p>
        </p:txBody>
      </p:sp>
      <p:sp>
        <p:nvSpPr>
          <p:cNvPr id="456" name="Google Shape;456;p62"/>
          <p:cNvSpPr txBox="1"/>
          <p:nvPr/>
        </p:nvSpPr>
        <p:spPr>
          <a:xfrm>
            <a:off x="1364600" y="1758250"/>
            <a:ext cx="67836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Recommends dishes from surplus or near-expiry ingredients to reduce waste.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 Adjusts prices or suggests alternatives to ensure profitability.</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Generates new recipes based on available ingredients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3"/>
          <p:cNvSpPr txBox="1"/>
          <p:nvPr>
            <p:ph idx="1" type="body"/>
          </p:nvPr>
        </p:nvSpPr>
        <p:spPr>
          <a:xfrm>
            <a:off x="1006800" y="1614775"/>
            <a:ext cx="7756800" cy="2693700"/>
          </a:xfrm>
          <a:prstGeom prst="rect">
            <a:avLst/>
          </a:prstGeom>
          <a:noFill/>
          <a:ln>
            <a:noFill/>
          </a:ln>
        </p:spPr>
        <p:txBody>
          <a:bodyPr anchorCtr="0" anchor="t" bIns="91425" lIns="91425" spcFirstLastPara="1" rIns="91425" wrap="square" tIns="91425">
            <a:spAutoFit/>
          </a:bodyPr>
          <a:lstStyle/>
          <a:p>
            <a:pPr indent="-336550" lvl="0" marL="457200" rtl="0" algn="l">
              <a:spcBef>
                <a:spcPts val="1200"/>
              </a:spcBef>
              <a:spcAft>
                <a:spcPts val="0"/>
              </a:spcAft>
              <a:buClr>
                <a:schemeClr val="accent1"/>
              </a:buClr>
              <a:buSzPts val="1700"/>
              <a:buChar char="●"/>
            </a:pPr>
            <a:r>
              <a:rPr lang="en">
                <a:solidFill>
                  <a:schemeClr val="accent1"/>
                </a:solidFill>
              </a:rPr>
              <a:t>Front-End: HTML,CSS, JAVASCRIPT</a:t>
            </a:r>
            <a:endParaRPr>
              <a:solidFill>
                <a:schemeClr val="accent1"/>
              </a:solidFill>
            </a:endParaRPr>
          </a:p>
          <a:p>
            <a:pPr indent="-336550" lvl="0" marL="457200" rtl="0" algn="l">
              <a:spcBef>
                <a:spcPts val="0"/>
              </a:spcBef>
              <a:spcAft>
                <a:spcPts val="0"/>
              </a:spcAft>
              <a:buClr>
                <a:schemeClr val="accent1"/>
              </a:buClr>
              <a:buSzPts val="1700"/>
              <a:buChar char="●"/>
            </a:pPr>
            <a:r>
              <a:rPr lang="en">
                <a:solidFill>
                  <a:schemeClr val="accent1"/>
                </a:solidFill>
              </a:rPr>
              <a:t>Back-End: FLASK,Python</a:t>
            </a:r>
            <a:endParaRPr>
              <a:solidFill>
                <a:schemeClr val="accent1"/>
              </a:solidFill>
            </a:endParaRPr>
          </a:p>
          <a:p>
            <a:pPr indent="-336550" lvl="0" marL="457200" rtl="0" algn="l">
              <a:lnSpc>
                <a:spcPct val="100000"/>
              </a:lnSpc>
              <a:spcBef>
                <a:spcPts val="0"/>
              </a:spcBef>
              <a:spcAft>
                <a:spcPts val="0"/>
              </a:spcAft>
              <a:buClr>
                <a:schemeClr val="accent1"/>
              </a:buClr>
              <a:buSzPts val="1700"/>
              <a:buChar char="●"/>
            </a:pPr>
            <a:r>
              <a:rPr lang="en">
                <a:solidFill>
                  <a:schemeClr val="accent1"/>
                </a:solidFill>
              </a:rPr>
              <a:t>AI/ML(API):-Gemini 2.0</a:t>
            </a:r>
            <a:endParaRPr>
              <a:solidFill>
                <a:schemeClr val="accent1"/>
              </a:solidFill>
            </a:endParaRPr>
          </a:p>
          <a:p>
            <a:pPr indent="-336550" lvl="0" marL="457200" rtl="0" algn="l">
              <a:spcBef>
                <a:spcPts val="0"/>
              </a:spcBef>
              <a:spcAft>
                <a:spcPts val="0"/>
              </a:spcAft>
              <a:buClr>
                <a:schemeClr val="accent1"/>
              </a:buClr>
              <a:buSzPts val="1700"/>
              <a:buChar char="●"/>
            </a:pPr>
            <a:r>
              <a:rPr lang="en">
                <a:solidFill>
                  <a:schemeClr val="accent1"/>
                </a:solidFill>
              </a:rPr>
              <a:t>Datasets :</a:t>
            </a:r>
            <a:endParaRPr>
              <a:solidFill>
                <a:schemeClr val="accent1"/>
              </a:solidFill>
            </a:endParaRPr>
          </a:p>
          <a:p>
            <a:pPr indent="-336550" lvl="0" marL="914400" rtl="0" algn="l">
              <a:spcBef>
                <a:spcPts val="0"/>
              </a:spcBef>
              <a:spcAft>
                <a:spcPts val="0"/>
              </a:spcAft>
              <a:buClr>
                <a:schemeClr val="accent1"/>
              </a:buClr>
              <a:buSzPts val="1700"/>
              <a:buAutoNum type="arabicPeriod"/>
            </a:pPr>
            <a:r>
              <a:rPr lang="en">
                <a:solidFill>
                  <a:schemeClr val="accent1"/>
                </a:solidFill>
              </a:rPr>
              <a:t>sales_weekly(self made),</a:t>
            </a:r>
            <a:endParaRPr>
              <a:solidFill>
                <a:schemeClr val="accent1"/>
              </a:solidFill>
            </a:endParaRPr>
          </a:p>
          <a:p>
            <a:pPr indent="-336550" lvl="0" marL="914400" rtl="0" algn="l">
              <a:spcBef>
                <a:spcPts val="0"/>
              </a:spcBef>
              <a:spcAft>
                <a:spcPts val="0"/>
              </a:spcAft>
              <a:buClr>
                <a:schemeClr val="accent1"/>
              </a:buClr>
              <a:buSzPts val="1700"/>
              <a:buAutoNum type="arabicPeriod"/>
            </a:pPr>
            <a:r>
              <a:rPr lang="en">
                <a:solidFill>
                  <a:schemeClr val="accent1"/>
                </a:solidFill>
              </a:rPr>
              <a:t> ingredients(self made), </a:t>
            </a:r>
            <a:endParaRPr>
              <a:solidFill>
                <a:schemeClr val="accent1"/>
              </a:solidFill>
            </a:endParaRPr>
          </a:p>
          <a:p>
            <a:pPr indent="-336550" lvl="0" marL="914400" rtl="0" algn="l">
              <a:spcBef>
                <a:spcPts val="0"/>
              </a:spcBef>
              <a:spcAft>
                <a:spcPts val="0"/>
              </a:spcAft>
              <a:buClr>
                <a:schemeClr val="accent1"/>
              </a:buClr>
              <a:buSzPts val="1700"/>
              <a:buAutoNum type="arabicPeriod"/>
            </a:pPr>
            <a:r>
              <a:rPr lang="en">
                <a:solidFill>
                  <a:schemeClr val="accent1"/>
                </a:solidFill>
              </a:rPr>
              <a:t>Recipes(self made), </a:t>
            </a:r>
            <a:endParaRPr>
              <a:solidFill>
                <a:schemeClr val="accent1"/>
              </a:solidFill>
            </a:endParaRPr>
          </a:p>
          <a:p>
            <a:pPr indent="-336550" lvl="0" marL="914400" rtl="0" algn="l">
              <a:spcBef>
                <a:spcPts val="0"/>
              </a:spcBef>
              <a:spcAft>
                <a:spcPts val="0"/>
              </a:spcAft>
              <a:buClr>
                <a:schemeClr val="accent1"/>
              </a:buClr>
              <a:buSzPts val="1700"/>
              <a:buAutoNum type="arabicPeriod"/>
            </a:pPr>
            <a:r>
              <a:rPr lang="en">
                <a:solidFill>
                  <a:schemeClr val="accent1"/>
                </a:solidFill>
              </a:rPr>
              <a:t>selling_price data(self made)</a:t>
            </a:r>
            <a:endParaRPr>
              <a:solidFill>
                <a:schemeClr val="accent1"/>
              </a:solidFill>
            </a:endParaRPr>
          </a:p>
          <a:p>
            <a:pPr indent="0" lvl="0" marL="0" rtl="0" algn="l">
              <a:lnSpc>
                <a:spcPct val="100000"/>
              </a:lnSpc>
              <a:spcBef>
                <a:spcPts val="1200"/>
              </a:spcBef>
              <a:spcAft>
                <a:spcPts val="1200"/>
              </a:spcAft>
              <a:buSzPts val="1700"/>
              <a:buNone/>
            </a:pPr>
            <a:r>
              <a:t/>
            </a:r>
            <a:endParaRPr>
              <a:solidFill>
                <a:schemeClr val="accent1"/>
              </a:solidFill>
            </a:endParaRPr>
          </a:p>
        </p:txBody>
      </p:sp>
      <p:sp>
        <p:nvSpPr>
          <p:cNvPr id="462" name="Google Shape;462;p63"/>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463" name="Google Shape;463;p63"/>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i="1" lang="en"/>
              <a:t>List the tech you have used to address problem statement 3</a:t>
            </a:r>
            <a:endParaRPr i="1"/>
          </a:p>
        </p:txBody>
      </p:sp>
      <p:sp>
        <p:nvSpPr>
          <p:cNvPr id="464" name="Google Shape;464;p63"/>
          <p:cNvSpPr/>
          <p:nvPr/>
        </p:nvSpPr>
        <p:spPr>
          <a:xfrm flipH="1" rot="5098785">
            <a:off x="25126" y="-116738"/>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465" name="Google Shape;465;p63"/>
          <p:cNvSpPr txBox="1"/>
          <p:nvPr>
            <p:ph idx="1" type="body"/>
          </p:nvPr>
        </p:nvSpPr>
        <p:spPr>
          <a:xfrm>
            <a:off x="2787975" y="4804800"/>
            <a:ext cx="4380900" cy="338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700"/>
              <a:buNone/>
            </a:pPr>
            <a:r>
              <a:rPr b="1" i="1" lang="en" sz="1000">
                <a:solidFill>
                  <a:srgbClr val="999999"/>
                </a:solidFill>
              </a:rPr>
              <a:t>***You can add few more slides for adding references, if required***</a:t>
            </a:r>
            <a:endParaRPr b="1" i="1" sz="1000">
              <a:solidFill>
                <a:srgbClr val="99999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4"/>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471" name="Google Shape;471;p64"/>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i="1" lang="en"/>
              <a:t>Attach screenshots for Problem statement 3</a:t>
            </a:r>
            <a:endParaRPr i="1"/>
          </a:p>
        </p:txBody>
      </p:sp>
      <p:sp>
        <p:nvSpPr>
          <p:cNvPr id="472" name="Google Shape;472;p64"/>
          <p:cNvSpPr/>
          <p:nvPr/>
        </p:nvSpPr>
        <p:spPr>
          <a:xfrm flipH="1" rot="5098785">
            <a:off x="25126" y="-116738"/>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473" name="Google Shape;473;p64"/>
          <p:cNvSpPr txBox="1"/>
          <p:nvPr>
            <p:ph idx="1" type="body"/>
          </p:nvPr>
        </p:nvSpPr>
        <p:spPr>
          <a:xfrm>
            <a:off x="2787975" y="4804800"/>
            <a:ext cx="4380900" cy="338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700"/>
              <a:buNone/>
            </a:pPr>
            <a:r>
              <a:rPr b="1" i="1" lang="en" sz="1000">
                <a:solidFill>
                  <a:srgbClr val="999999"/>
                </a:solidFill>
              </a:rPr>
              <a:t>***You can add few more slides for adding references, if required***</a:t>
            </a:r>
            <a:endParaRPr b="1" i="1" sz="1000">
              <a:solidFill>
                <a:srgbClr val="999999"/>
              </a:solidFill>
            </a:endParaRPr>
          </a:p>
        </p:txBody>
      </p:sp>
      <p:pic>
        <p:nvPicPr>
          <p:cNvPr id="474" name="Google Shape;474;p64"/>
          <p:cNvPicPr preferRelativeResize="0"/>
          <p:nvPr/>
        </p:nvPicPr>
        <p:blipFill>
          <a:blip r:embed="rId3">
            <a:alphaModFix/>
          </a:blip>
          <a:stretch>
            <a:fillRect/>
          </a:stretch>
        </p:blipFill>
        <p:spPr>
          <a:xfrm>
            <a:off x="5644125" y="1678673"/>
            <a:ext cx="3050175" cy="3007200"/>
          </a:xfrm>
          <a:prstGeom prst="rect">
            <a:avLst/>
          </a:prstGeom>
          <a:noFill/>
          <a:ln>
            <a:noFill/>
          </a:ln>
        </p:spPr>
      </p:pic>
      <p:pic>
        <p:nvPicPr>
          <p:cNvPr id="475" name="Google Shape;475;p64"/>
          <p:cNvPicPr preferRelativeResize="0"/>
          <p:nvPr/>
        </p:nvPicPr>
        <p:blipFill>
          <a:blip r:embed="rId4">
            <a:alphaModFix/>
          </a:blip>
          <a:stretch>
            <a:fillRect/>
          </a:stretch>
        </p:blipFill>
        <p:spPr>
          <a:xfrm>
            <a:off x="387550" y="1649700"/>
            <a:ext cx="5036001" cy="2769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5"/>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481" name="Google Shape;481;p65"/>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lang="en"/>
              <a:t>4. Vision-Powered Waste Analysis &amp; Reporting</a:t>
            </a:r>
            <a:endParaRPr/>
          </a:p>
        </p:txBody>
      </p:sp>
      <p:sp>
        <p:nvSpPr>
          <p:cNvPr id="482" name="Google Shape;482;p65"/>
          <p:cNvSpPr/>
          <p:nvPr/>
        </p:nvSpPr>
        <p:spPr>
          <a:xfrm flipH="1" rot="5098785">
            <a:off x="25126" y="-116738"/>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483" name="Google Shape;483;p65"/>
          <p:cNvSpPr txBox="1"/>
          <p:nvPr/>
        </p:nvSpPr>
        <p:spPr>
          <a:xfrm>
            <a:off x="1482675" y="1718875"/>
            <a:ext cx="6429300" cy="1542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Char char="●"/>
            </a:pPr>
            <a:r>
              <a:rPr lang="en"/>
              <a:t>U</a:t>
            </a:r>
            <a:r>
              <a:rPr lang="en"/>
              <a:t>ser will give image of waste on plate, and than it will predict the waste of that plate and give the gram and analysis of the waste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User will upload the image of kitchen than how many waste will happened while making the food or in storage for that it will create heatmap and distribution graph and the percentage of waste in table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6"/>
          <p:cNvSpPr txBox="1"/>
          <p:nvPr>
            <p:ph idx="1" type="body"/>
          </p:nvPr>
        </p:nvSpPr>
        <p:spPr>
          <a:xfrm>
            <a:off x="1006800" y="1641025"/>
            <a:ext cx="7207200" cy="2432100"/>
          </a:xfrm>
          <a:prstGeom prst="rect">
            <a:avLst/>
          </a:prstGeom>
          <a:noFill/>
          <a:ln>
            <a:noFill/>
          </a:ln>
        </p:spPr>
        <p:txBody>
          <a:bodyPr anchorCtr="0" anchor="t" bIns="91425" lIns="91425" spcFirstLastPara="1" rIns="91425" wrap="square" tIns="91425">
            <a:spAutoFit/>
          </a:bodyPr>
          <a:lstStyle/>
          <a:p>
            <a:pPr indent="-336550" lvl="0" marL="457200" rtl="0" algn="l">
              <a:spcBef>
                <a:spcPts val="1200"/>
              </a:spcBef>
              <a:spcAft>
                <a:spcPts val="0"/>
              </a:spcAft>
              <a:buClr>
                <a:schemeClr val="accent1"/>
              </a:buClr>
              <a:buSzPts val="1700"/>
              <a:buChar char="●"/>
            </a:pPr>
            <a:r>
              <a:rPr lang="en">
                <a:solidFill>
                  <a:schemeClr val="accent1"/>
                </a:solidFill>
              </a:rPr>
              <a:t>Front-End: HTML, CSS, JS</a:t>
            </a:r>
            <a:endParaRPr>
              <a:solidFill>
                <a:schemeClr val="accent1"/>
              </a:solidFill>
            </a:endParaRPr>
          </a:p>
          <a:p>
            <a:pPr indent="-336550" lvl="0" marL="457200" rtl="0" algn="l">
              <a:spcBef>
                <a:spcPts val="0"/>
              </a:spcBef>
              <a:spcAft>
                <a:spcPts val="0"/>
              </a:spcAft>
              <a:buClr>
                <a:schemeClr val="accent1"/>
              </a:buClr>
              <a:buSzPts val="1700"/>
              <a:buChar char="●"/>
            </a:pPr>
            <a:r>
              <a:rPr lang="en">
                <a:solidFill>
                  <a:schemeClr val="accent1"/>
                </a:solidFill>
              </a:rPr>
              <a:t>Back-End: Flask</a:t>
            </a:r>
            <a:endParaRPr>
              <a:solidFill>
                <a:schemeClr val="accent1"/>
              </a:solidFill>
            </a:endParaRPr>
          </a:p>
          <a:p>
            <a:pPr indent="-336550" lvl="0" marL="457200" rtl="0" algn="l">
              <a:spcBef>
                <a:spcPts val="0"/>
              </a:spcBef>
              <a:spcAft>
                <a:spcPts val="0"/>
              </a:spcAft>
              <a:buClr>
                <a:schemeClr val="accent1"/>
              </a:buClr>
              <a:buSzPts val="1700"/>
              <a:buChar char="●"/>
            </a:pPr>
            <a:r>
              <a:rPr lang="en">
                <a:solidFill>
                  <a:schemeClr val="accent1"/>
                </a:solidFill>
              </a:rPr>
              <a:t>AI/ML: YOLOv8x, Gemini-flash-2.0</a:t>
            </a:r>
            <a:endParaRPr>
              <a:solidFill>
                <a:schemeClr val="accent1"/>
              </a:solidFill>
            </a:endParaRPr>
          </a:p>
          <a:p>
            <a:pPr indent="-336550" lvl="0" marL="457200" rtl="0" algn="l">
              <a:spcBef>
                <a:spcPts val="0"/>
              </a:spcBef>
              <a:spcAft>
                <a:spcPts val="0"/>
              </a:spcAft>
              <a:buClr>
                <a:schemeClr val="accent1"/>
              </a:buClr>
              <a:buSzPts val="1700"/>
              <a:buChar char="●"/>
            </a:pPr>
            <a:r>
              <a:rPr lang="en">
                <a:solidFill>
                  <a:schemeClr val="accent1"/>
                </a:solidFill>
              </a:rPr>
              <a:t>Database: JSON</a:t>
            </a:r>
            <a:endParaRPr>
              <a:solidFill>
                <a:schemeClr val="accent1"/>
              </a:solidFill>
            </a:endParaRPr>
          </a:p>
          <a:p>
            <a:pPr indent="-336550" lvl="0" marL="457200" rtl="0" algn="l">
              <a:spcBef>
                <a:spcPts val="0"/>
              </a:spcBef>
              <a:spcAft>
                <a:spcPts val="0"/>
              </a:spcAft>
              <a:buClr>
                <a:schemeClr val="accent1"/>
              </a:buClr>
              <a:buSzPts val="1700"/>
              <a:buChar char="●"/>
            </a:pPr>
            <a:r>
              <a:rPr lang="en">
                <a:solidFill>
                  <a:schemeClr val="accent1"/>
                </a:solidFill>
              </a:rPr>
              <a:t>Datasets:</a:t>
            </a:r>
            <a:endParaRPr>
              <a:solidFill>
                <a:schemeClr val="accent1"/>
              </a:solidFill>
            </a:endParaRPr>
          </a:p>
          <a:p>
            <a:pPr indent="-336550" lvl="0" marL="914400" rtl="0" algn="l">
              <a:spcBef>
                <a:spcPts val="0"/>
              </a:spcBef>
              <a:spcAft>
                <a:spcPts val="0"/>
              </a:spcAft>
              <a:buClr>
                <a:schemeClr val="accent1"/>
              </a:buClr>
              <a:buSzPts val="1700"/>
              <a:buAutoNum type="arabicPeriod"/>
            </a:pPr>
            <a:r>
              <a:rPr lang="en">
                <a:solidFill>
                  <a:schemeClr val="accent1"/>
                </a:solidFill>
              </a:rPr>
              <a:t>dataset_name food-waste-detection</a:t>
            </a:r>
            <a:endParaRPr>
              <a:solidFill>
                <a:schemeClr val="accent1"/>
              </a:solidFill>
            </a:endParaRPr>
          </a:p>
          <a:p>
            <a:pPr indent="0" lvl="0" marL="914400" rtl="0" algn="l">
              <a:spcBef>
                <a:spcPts val="1200"/>
              </a:spcBef>
              <a:spcAft>
                <a:spcPts val="1200"/>
              </a:spcAft>
              <a:buNone/>
            </a:pPr>
            <a:r>
              <a:rPr lang="en" u="sng">
                <a:solidFill>
                  <a:schemeClr val="hlink"/>
                </a:solidFill>
                <a:hlinkClick r:id="rId3"/>
              </a:rPr>
              <a:t>https://universe.roboflow.com/food-1b74y/food-waste-detection-jghxg</a:t>
            </a:r>
            <a:endParaRPr i="1">
              <a:solidFill>
                <a:srgbClr val="999999"/>
              </a:solidFill>
            </a:endParaRPr>
          </a:p>
        </p:txBody>
      </p:sp>
      <p:sp>
        <p:nvSpPr>
          <p:cNvPr id="489" name="Google Shape;489;p66"/>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490" name="Google Shape;490;p66"/>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i="1" lang="en"/>
              <a:t>List the tech you have used to address problem statement 4</a:t>
            </a:r>
            <a:endParaRPr i="1"/>
          </a:p>
        </p:txBody>
      </p:sp>
      <p:sp>
        <p:nvSpPr>
          <p:cNvPr id="491" name="Google Shape;491;p66"/>
          <p:cNvSpPr/>
          <p:nvPr/>
        </p:nvSpPr>
        <p:spPr>
          <a:xfrm flipH="1" rot="5098785">
            <a:off x="25126" y="-116738"/>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492" name="Google Shape;492;p66"/>
          <p:cNvSpPr txBox="1"/>
          <p:nvPr>
            <p:ph idx="1" type="body"/>
          </p:nvPr>
        </p:nvSpPr>
        <p:spPr>
          <a:xfrm>
            <a:off x="2787975" y="4804800"/>
            <a:ext cx="4380900" cy="338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700"/>
              <a:buNone/>
            </a:pPr>
            <a:r>
              <a:rPr b="1" i="1" lang="en" sz="1000">
                <a:solidFill>
                  <a:srgbClr val="999999"/>
                </a:solidFill>
              </a:rPr>
              <a:t>***You can add few more slides for adding references, if required***</a:t>
            </a:r>
            <a:endParaRPr b="1" i="1" sz="1000">
              <a:solidFill>
                <a:srgbClr val="99999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7"/>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498" name="Google Shape;498;p67"/>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i="1" lang="en"/>
              <a:t>List the tech you have used to address problem statement 4</a:t>
            </a:r>
            <a:endParaRPr i="1"/>
          </a:p>
        </p:txBody>
      </p:sp>
      <p:sp>
        <p:nvSpPr>
          <p:cNvPr id="499" name="Google Shape;499;p67"/>
          <p:cNvSpPr/>
          <p:nvPr/>
        </p:nvSpPr>
        <p:spPr>
          <a:xfrm flipH="1" rot="5098785">
            <a:off x="25123" y="-116777"/>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500" name="Google Shape;500;p67"/>
          <p:cNvSpPr txBox="1"/>
          <p:nvPr>
            <p:ph idx="1" type="body"/>
          </p:nvPr>
        </p:nvSpPr>
        <p:spPr>
          <a:xfrm>
            <a:off x="2787975" y="4804800"/>
            <a:ext cx="4380900" cy="338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700"/>
              <a:buNone/>
            </a:pPr>
            <a:r>
              <a:rPr b="1" i="1" lang="en" sz="1000">
                <a:solidFill>
                  <a:srgbClr val="999999"/>
                </a:solidFill>
              </a:rPr>
              <a:t>***You can add few more slides for adding references, if required***</a:t>
            </a:r>
            <a:endParaRPr b="1" i="1" sz="1000">
              <a:solidFill>
                <a:srgbClr val="999999"/>
              </a:solidFill>
            </a:endParaRPr>
          </a:p>
        </p:txBody>
      </p:sp>
      <p:pic>
        <p:nvPicPr>
          <p:cNvPr id="501" name="Google Shape;501;p67"/>
          <p:cNvPicPr preferRelativeResize="0"/>
          <p:nvPr/>
        </p:nvPicPr>
        <p:blipFill>
          <a:blip r:embed="rId3">
            <a:alphaModFix/>
          </a:blip>
          <a:stretch>
            <a:fillRect/>
          </a:stretch>
        </p:blipFill>
        <p:spPr>
          <a:xfrm>
            <a:off x="4866000" y="1728100"/>
            <a:ext cx="3557775" cy="2668324"/>
          </a:xfrm>
          <a:prstGeom prst="rect">
            <a:avLst/>
          </a:prstGeom>
          <a:noFill/>
          <a:ln>
            <a:noFill/>
          </a:ln>
        </p:spPr>
      </p:pic>
      <p:sp>
        <p:nvSpPr>
          <p:cNvPr id="502" name="Google Shape;502;p67"/>
          <p:cNvSpPr txBox="1"/>
          <p:nvPr/>
        </p:nvSpPr>
        <p:spPr>
          <a:xfrm>
            <a:off x="1102175" y="1728100"/>
            <a:ext cx="3372300" cy="187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accent1"/>
                </a:solidFill>
                <a:latin typeface="Inter Tight"/>
                <a:ea typeface="Inter Tight"/>
                <a:cs typeface="Inter Tight"/>
                <a:sym typeface="Inter Tight"/>
              </a:rPr>
              <a:t>Overall Metrics (Epoch 50 - Final Epoch):</a:t>
            </a:r>
            <a:endParaRPr sz="1700">
              <a:solidFill>
                <a:schemeClr val="accent1"/>
              </a:solidFill>
              <a:latin typeface="Inter Tight"/>
              <a:ea typeface="Inter Tight"/>
              <a:cs typeface="Inter Tight"/>
              <a:sym typeface="Inter Tight"/>
            </a:endParaRPr>
          </a:p>
          <a:p>
            <a:pPr indent="-336550" lvl="0" marL="457200" rtl="0" algn="l">
              <a:lnSpc>
                <a:spcPct val="115000"/>
              </a:lnSpc>
              <a:spcBef>
                <a:spcPts val="0"/>
              </a:spcBef>
              <a:spcAft>
                <a:spcPts val="0"/>
              </a:spcAft>
              <a:buClr>
                <a:schemeClr val="accent1"/>
              </a:buClr>
              <a:buSzPts val="1700"/>
              <a:buFont typeface="Inter Tight"/>
              <a:buChar char="●"/>
            </a:pPr>
            <a:r>
              <a:rPr lang="en" sz="1700">
                <a:solidFill>
                  <a:schemeClr val="accent1"/>
                </a:solidFill>
                <a:latin typeface="Inter Tight"/>
                <a:ea typeface="Inter Tight"/>
                <a:cs typeface="Inter Tight"/>
                <a:sym typeface="Inter Tight"/>
              </a:rPr>
              <a:t>Box Precision (P): 0.834</a:t>
            </a:r>
            <a:endParaRPr sz="1700">
              <a:solidFill>
                <a:schemeClr val="accent1"/>
              </a:solidFill>
              <a:latin typeface="Inter Tight"/>
              <a:ea typeface="Inter Tight"/>
              <a:cs typeface="Inter Tight"/>
              <a:sym typeface="Inter Tight"/>
            </a:endParaRPr>
          </a:p>
          <a:p>
            <a:pPr indent="-336550" lvl="0" marL="457200" rtl="0" algn="l">
              <a:lnSpc>
                <a:spcPct val="115000"/>
              </a:lnSpc>
              <a:spcBef>
                <a:spcPts val="0"/>
              </a:spcBef>
              <a:spcAft>
                <a:spcPts val="0"/>
              </a:spcAft>
              <a:buClr>
                <a:schemeClr val="accent1"/>
              </a:buClr>
              <a:buSzPts val="1700"/>
              <a:buFont typeface="Inter Tight"/>
              <a:buChar char="●"/>
            </a:pPr>
            <a:r>
              <a:rPr lang="en" sz="1700">
                <a:solidFill>
                  <a:schemeClr val="accent1"/>
                </a:solidFill>
                <a:latin typeface="Inter Tight"/>
                <a:ea typeface="Inter Tight"/>
                <a:cs typeface="Inter Tight"/>
                <a:sym typeface="Inter Tight"/>
              </a:rPr>
              <a:t>Box Recall (R): 0.665</a:t>
            </a:r>
            <a:endParaRPr sz="1700">
              <a:solidFill>
                <a:schemeClr val="accent1"/>
              </a:solidFill>
              <a:latin typeface="Inter Tight"/>
              <a:ea typeface="Inter Tight"/>
              <a:cs typeface="Inter Tight"/>
              <a:sym typeface="Inter Tight"/>
            </a:endParaRPr>
          </a:p>
          <a:p>
            <a:pPr indent="-336550" lvl="0" marL="457200" rtl="0" algn="l">
              <a:lnSpc>
                <a:spcPct val="115000"/>
              </a:lnSpc>
              <a:spcBef>
                <a:spcPts val="0"/>
              </a:spcBef>
              <a:spcAft>
                <a:spcPts val="0"/>
              </a:spcAft>
              <a:buClr>
                <a:schemeClr val="accent1"/>
              </a:buClr>
              <a:buSzPts val="1700"/>
              <a:buFont typeface="Inter Tight"/>
              <a:buChar char="●"/>
            </a:pPr>
            <a:r>
              <a:rPr lang="en" sz="1700">
                <a:solidFill>
                  <a:schemeClr val="accent1"/>
                </a:solidFill>
                <a:latin typeface="Inter Tight"/>
                <a:ea typeface="Inter Tight"/>
                <a:cs typeface="Inter Tight"/>
                <a:sym typeface="Inter Tight"/>
              </a:rPr>
              <a:t>mAP@0.5: 0.778</a:t>
            </a:r>
            <a:endParaRPr sz="1700">
              <a:solidFill>
                <a:schemeClr val="accent1"/>
              </a:solidFill>
              <a:latin typeface="Inter Tight"/>
              <a:ea typeface="Inter Tight"/>
              <a:cs typeface="Inter Tight"/>
              <a:sym typeface="Inter Tight"/>
            </a:endParaRPr>
          </a:p>
          <a:p>
            <a:pPr indent="-336550" lvl="0" marL="457200" rtl="0" algn="l">
              <a:spcBef>
                <a:spcPts val="0"/>
              </a:spcBef>
              <a:spcAft>
                <a:spcPts val="0"/>
              </a:spcAft>
              <a:buClr>
                <a:schemeClr val="accent1"/>
              </a:buClr>
              <a:buSzPts val="1700"/>
              <a:buFont typeface="Inter Tight"/>
              <a:buChar char="●"/>
            </a:pPr>
            <a:r>
              <a:rPr lang="en" sz="1700">
                <a:solidFill>
                  <a:schemeClr val="accent1"/>
                </a:solidFill>
                <a:latin typeface="Inter Tight"/>
                <a:ea typeface="Inter Tight"/>
                <a:cs typeface="Inter Tight"/>
                <a:sym typeface="Inter Tight"/>
              </a:rPr>
              <a:t>mAP@0.5:0.95: 0.658</a:t>
            </a:r>
            <a:endParaRPr sz="1700">
              <a:latin typeface="Inter Tight"/>
              <a:ea typeface="Inter Tight"/>
              <a:cs typeface="Inter Tight"/>
              <a:sym typeface="Inter T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8"/>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508" name="Google Shape;508;p68"/>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i="1" lang="en"/>
              <a:t>List the tech you have used to address problem statement 4</a:t>
            </a:r>
            <a:endParaRPr i="1"/>
          </a:p>
        </p:txBody>
      </p:sp>
      <p:sp>
        <p:nvSpPr>
          <p:cNvPr id="509" name="Google Shape;509;p68"/>
          <p:cNvSpPr/>
          <p:nvPr/>
        </p:nvSpPr>
        <p:spPr>
          <a:xfrm flipH="1" rot="5098785">
            <a:off x="25123" y="-116777"/>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sp>
        <p:nvSpPr>
          <p:cNvPr id="510" name="Google Shape;510;p68"/>
          <p:cNvSpPr txBox="1"/>
          <p:nvPr/>
        </p:nvSpPr>
        <p:spPr>
          <a:xfrm>
            <a:off x="1102175" y="1728100"/>
            <a:ext cx="6954300" cy="253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accent1"/>
                </a:solidFill>
                <a:latin typeface="Inter Tight"/>
                <a:ea typeface="Inter Tight"/>
                <a:cs typeface="Inter Tight"/>
                <a:sym typeface="Inter Tight"/>
              </a:rPr>
              <a:t>Research references:</a:t>
            </a:r>
            <a:endParaRPr sz="1700">
              <a:solidFill>
                <a:schemeClr val="accent1"/>
              </a:solidFill>
              <a:latin typeface="Inter Tight"/>
              <a:ea typeface="Inter Tight"/>
              <a:cs typeface="Inter Tight"/>
              <a:sym typeface="Inter Tight"/>
            </a:endParaRPr>
          </a:p>
          <a:p>
            <a:pPr indent="-336550" lvl="0" marL="457200" rtl="0" algn="l">
              <a:spcBef>
                <a:spcPts val="0"/>
              </a:spcBef>
              <a:spcAft>
                <a:spcPts val="0"/>
              </a:spcAft>
              <a:buClr>
                <a:schemeClr val="accent1"/>
              </a:buClr>
              <a:buSzPts val="1700"/>
              <a:buFont typeface="Inter Tight"/>
              <a:buChar char="●"/>
            </a:pPr>
            <a:r>
              <a:rPr lang="en" sz="1700">
                <a:solidFill>
                  <a:schemeClr val="accent1"/>
                </a:solidFill>
                <a:latin typeface="Inter Tight"/>
                <a:ea typeface="Inter Tight"/>
                <a:cs typeface="Inter Tight"/>
                <a:sym typeface="Inter Tight"/>
              </a:rPr>
              <a:t>Open AI</a:t>
            </a:r>
            <a:endParaRPr sz="1700">
              <a:solidFill>
                <a:schemeClr val="accent1"/>
              </a:solidFill>
              <a:latin typeface="Inter Tight"/>
              <a:ea typeface="Inter Tight"/>
              <a:cs typeface="Inter Tight"/>
              <a:sym typeface="Inter Tight"/>
            </a:endParaRPr>
          </a:p>
          <a:p>
            <a:pPr indent="0" lvl="0" marL="457200" rtl="0" algn="l">
              <a:spcBef>
                <a:spcPts val="0"/>
              </a:spcBef>
              <a:spcAft>
                <a:spcPts val="0"/>
              </a:spcAft>
              <a:buNone/>
            </a:pPr>
            <a:r>
              <a:rPr lang="en" sz="1700" u="sng">
                <a:solidFill>
                  <a:schemeClr val="hlink"/>
                </a:solidFill>
                <a:latin typeface="Inter Tight"/>
                <a:ea typeface="Inter Tight"/>
                <a:cs typeface="Inter Tight"/>
                <a:sym typeface="Inter Tight"/>
                <a:hlinkClick r:id="rId3"/>
              </a:rPr>
              <a:t>https://www.analyticsvidhya.com/blog/2023/01/food-waste-management-ai-driven-food-waste-technologies/</a:t>
            </a:r>
            <a:endParaRPr sz="1700">
              <a:solidFill>
                <a:schemeClr val="accent1"/>
              </a:solidFill>
              <a:latin typeface="Inter Tight"/>
              <a:ea typeface="Inter Tight"/>
              <a:cs typeface="Inter Tight"/>
              <a:sym typeface="Inter Tight"/>
            </a:endParaRPr>
          </a:p>
          <a:p>
            <a:pPr indent="0" lvl="0" marL="457200" rtl="0" algn="l">
              <a:spcBef>
                <a:spcPts val="0"/>
              </a:spcBef>
              <a:spcAft>
                <a:spcPts val="0"/>
              </a:spcAft>
              <a:buNone/>
            </a:pPr>
            <a:r>
              <a:t/>
            </a:r>
            <a:endParaRPr sz="1700">
              <a:solidFill>
                <a:schemeClr val="accent1"/>
              </a:solidFill>
              <a:latin typeface="Inter Tight"/>
              <a:ea typeface="Inter Tight"/>
              <a:cs typeface="Inter Tight"/>
              <a:sym typeface="Inter Tight"/>
            </a:endParaRPr>
          </a:p>
          <a:p>
            <a:pPr indent="-336550" lvl="0" marL="457200" rtl="0" algn="l">
              <a:spcBef>
                <a:spcPts val="0"/>
              </a:spcBef>
              <a:spcAft>
                <a:spcPts val="0"/>
              </a:spcAft>
              <a:buClr>
                <a:schemeClr val="accent1"/>
              </a:buClr>
              <a:buSzPts val="1700"/>
              <a:buFont typeface="Inter Tight"/>
              <a:buChar char="●"/>
            </a:pPr>
            <a:r>
              <a:rPr lang="en" sz="1700">
                <a:solidFill>
                  <a:schemeClr val="accent1"/>
                </a:solidFill>
                <a:latin typeface="Inter Tight"/>
                <a:ea typeface="Inter Tight"/>
                <a:cs typeface="Inter Tight"/>
                <a:sym typeface="Inter Tight"/>
              </a:rPr>
              <a:t>Roboflow </a:t>
            </a:r>
            <a:endParaRPr sz="1700">
              <a:solidFill>
                <a:schemeClr val="accent1"/>
              </a:solidFill>
              <a:latin typeface="Inter Tight"/>
              <a:ea typeface="Inter Tight"/>
              <a:cs typeface="Inter Tight"/>
              <a:sym typeface="Inter Tight"/>
            </a:endParaRPr>
          </a:p>
          <a:p>
            <a:pPr indent="0" lvl="0" marL="457200" rtl="0" algn="l">
              <a:spcBef>
                <a:spcPts val="0"/>
              </a:spcBef>
              <a:spcAft>
                <a:spcPts val="0"/>
              </a:spcAft>
              <a:buNone/>
            </a:pPr>
            <a:r>
              <a:rPr lang="en" sz="1700">
                <a:solidFill>
                  <a:schemeClr val="accent1"/>
                </a:solidFill>
                <a:latin typeface="Inter Tight"/>
                <a:ea typeface="Inter Tight"/>
                <a:cs typeface="Inter Tight"/>
                <a:sym typeface="Inter Tight"/>
              </a:rPr>
              <a:t>https://www.analyticsvidhya.com/blog/2023/01/food-waste-management-ai-driven-food-waste-technologies/</a:t>
            </a:r>
            <a:endParaRPr sz="1700">
              <a:solidFill>
                <a:schemeClr val="accent1"/>
              </a:solidFill>
              <a:latin typeface="Inter Tight"/>
              <a:ea typeface="Inter Tight"/>
              <a:cs typeface="Inter Tight"/>
              <a:sym typeface="Inter Tight"/>
            </a:endParaRPr>
          </a:p>
          <a:p>
            <a:pPr indent="0" lvl="0" marL="0" rtl="0" algn="l">
              <a:spcBef>
                <a:spcPts val="0"/>
              </a:spcBef>
              <a:spcAft>
                <a:spcPts val="0"/>
              </a:spcAft>
              <a:buNone/>
            </a:pPr>
            <a:r>
              <a:t/>
            </a:r>
            <a:endParaRPr sz="1700">
              <a:solidFill>
                <a:schemeClr val="accent1"/>
              </a:solidFill>
              <a:latin typeface="Inter Tight"/>
              <a:ea typeface="Inter Tight"/>
              <a:cs typeface="Inter Tight"/>
              <a:sym typeface="Inter T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69"/>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516" name="Google Shape;516;p69"/>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i="1" lang="en"/>
              <a:t>Attach screenshots for Problem statement 4</a:t>
            </a:r>
            <a:endParaRPr i="1"/>
          </a:p>
        </p:txBody>
      </p:sp>
      <p:sp>
        <p:nvSpPr>
          <p:cNvPr id="517" name="Google Shape;517;p69"/>
          <p:cNvSpPr/>
          <p:nvPr/>
        </p:nvSpPr>
        <p:spPr>
          <a:xfrm flipH="1" rot="5098785">
            <a:off x="25126" y="-116738"/>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pic>
        <p:nvPicPr>
          <p:cNvPr id="518" name="Google Shape;518;p69"/>
          <p:cNvPicPr preferRelativeResize="0"/>
          <p:nvPr/>
        </p:nvPicPr>
        <p:blipFill>
          <a:blip r:embed="rId3">
            <a:alphaModFix/>
          </a:blip>
          <a:stretch>
            <a:fillRect/>
          </a:stretch>
        </p:blipFill>
        <p:spPr>
          <a:xfrm>
            <a:off x="4387350" y="1633400"/>
            <a:ext cx="4479376" cy="2940249"/>
          </a:xfrm>
          <a:prstGeom prst="rect">
            <a:avLst/>
          </a:prstGeom>
          <a:noFill/>
          <a:ln>
            <a:noFill/>
          </a:ln>
        </p:spPr>
      </p:pic>
      <p:pic>
        <p:nvPicPr>
          <p:cNvPr id="519" name="Google Shape;519;p69"/>
          <p:cNvPicPr preferRelativeResize="0"/>
          <p:nvPr/>
        </p:nvPicPr>
        <p:blipFill>
          <a:blip r:embed="rId4">
            <a:alphaModFix/>
          </a:blip>
          <a:stretch>
            <a:fillRect/>
          </a:stretch>
        </p:blipFill>
        <p:spPr>
          <a:xfrm>
            <a:off x="331875" y="1633400"/>
            <a:ext cx="3928001" cy="29402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0"/>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525" name="Google Shape;525;p70"/>
          <p:cNvSpPr txBox="1"/>
          <p:nvPr>
            <p:ph type="title"/>
          </p:nvPr>
        </p:nvSpPr>
        <p:spPr>
          <a:xfrm>
            <a:off x="1006800" y="599150"/>
            <a:ext cx="7687500" cy="960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i="1" lang="en"/>
              <a:t>Attach screenshots for Problem statement 4</a:t>
            </a:r>
            <a:endParaRPr i="1"/>
          </a:p>
        </p:txBody>
      </p:sp>
      <p:sp>
        <p:nvSpPr>
          <p:cNvPr id="526" name="Google Shape;526;p70"/>
          <p:cNvSpPr/>
          <p:nvPr/>
        </p:nvSpPr>
        <p:spPr>
          <a:xfrm flipH="1" rot="5098785">
            <a:off x="25123" y="-116777"/>
            <a:ext cx="589662" cy="590559"/>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2"/>
                </a:solidFill>
                <a:latin typeface="Inter Tight SemiBold"/>
                <a:ea typeface="Inter Tight SemiBold"/>
                <a:cs typeface="Inter Tight SemiBold"/>
                <a:sym typeface="Inter Tight SemiBold"/>
              </a:rPr>
              <a:t> </a:t>
            </a:r>
            <a:endParaRPr b="0" i="0" sz="1400" u="none" cap="none" strike="noStrike">
              <a:solidFill>
                <a:schemeClr val="lt2"/>
              </a:solidFill>
              <a:latin typeface="Inter Tight SemiBold"/>
              <a:ea typeface="Inter Tight SemiBold"/>
              <a:cs typeface="Inter Tight SemiBold"/>
              <a:sym typeface="Inter Tight SemiBold"/>
            </a:endParaRPr>
          </a:p>
        </p:txBody>
      </p:sp>
      <p:pic>
        <p:nvPicPr>
          <p:cNvPr id="527" name="Google Shape;527;p70"/>
          <p:cNvPicPr preferRelativeResize="0"/>
          <p:nvPr/>
        </p:nvPicPr>
        <p:blipFill>
          <a:blip r:embed="rId3">
            <a:alphaModFix/>
          </a:blip>
          <a:stretch>
            <a:fillRect/>
          </a:stretch>
        </p:blipFill>
        <p:spPr>
          <a:xfrm>
            <a:off x="1608250" y="1638900"/>
            <a:ext cx="5927476" cy="28715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71"/>
          <p:cNvSpPr txBox="1"/>
          <p:nvPr>
            <p:ph idx="12" type="sldNum"/>
          </p:nvPr>
        </p:nvSpPr>
        <p:spPr>
          <a:xfrm>
            <a:off x="8318025" y="205550"/>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700"/>
              <a:buNone/>
            </a:pPr>
            <a:fld id="{00000000-1234-1234-1234-123412341234}" type="slidenum">
              <a:rPr lang="en"/>
              <a:t>‹#›</a:t>
            </a:fld>
            <a:endParaRPr/>
          </a:p>
        </p:txBody>
      </p:sp>
      <p:sp>
        <p:nvSpPr>
          <p:cNvPr id="533" name="Google Shape;533;p71"/>
          <p:cNvSpPr txBox="1"/>
          <p:nvPr>
            <p:ph type="title"/>
          </p:nvPr>
        </p:nvSpPr>
        <p:spPr>
          <a:xfrm>
            <a:off x="5223875" y="1211037"/>
            <a:ext cx="3357300" cy="2518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lang="en" sz="6000"/>
              <a:t>Thank you!</a:t>
            </a:r>
            <a:endParaRPr sz="6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sson 1">
  <a:themeElements>
    <a:clrScheme name="Simple Light">
      <a:dk1>
        <a:srgbClr val="137C3F"/>
      </a:dk1>
      <a:lt1>
        <a:srgbClr val="FFFCF5"/>
      </a:lt1>
      <a:dk2>
        <a:srgbClr val="146AEB"/>
      </a:dk2>
      <a:lt2>
        <a:srgbClr val="FBA084"/>
      </a:lt2>
      <a:accent1>
        <a:srgbClr val="000000"/>
      </a:accent1>
      <a:accent2>
        <a:srgbClr val="FFFFB3"/>
      </a:accent2>
      <a:accent3>
        <a:srgbClr val="B6D7A8"/>
      </a:accent3>
      <a:accent4>
        <a:srgbClr val="A4C2F4"/>
      </a:accent4>
      <a:accent5>
        <a:srgbClr val="B6D7A8"/>
      </a:accent5>
      <a:accent6>
        <a:srgbClr val="B4A7D6"/>
      </a:accent6>
      <a:hlink>
        <a:srgbClr val="146AE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